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7" r:id="rId2"/>
    <p:sldId id="333" r:id="rId3"/>
    <p:sldId id="335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4622" autoAdjust="0"/>
  </p:normalViewPr>
  <p:slideViewPr>
    <p:cSldViewPr>
      <p:cViewPr varScale="1">
        <p:scale>
          <a:sx n="42" d="100"/>
          <a:sy n="42" d="100"/>
        </p:scale>
        <p:origin x="628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24971"/>
            <a:ext cx="4280329" cy="428032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4008903" y="6007903"/>
            <a:ext cx="4279097" cy="4279097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001000" y="2684487"/>
            <a:ext cx="10172700" cy="4516413"/>
            <a:chOff x="0" y="0"/>
            <a:chExt cx="3711029" cy="13972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11029" cy="1397266"/>
            </a:xfrm>
            <a:custGeom>
              <a:avLst/>
              <a:gdLst/>
              <a:ahLst/>
              <a:cxnLst/>
              <a:rect l="l" t="t" r="r" b="b"/>
              <a:pathLst>
                <a:path w="3711029" h="1913890">
                  <a:moveTo>
                    <a:pt x="0" y="0"/>
                  </a:moveTo>
                  <a:lnTo>
                    <a:pt x="3711029" y="0"/>
                  </a:lnTo>
                  <a:lnTo>
                    <a:pt x="371102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6E97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115BB45-FE34-B26E-16B6-F614EEB28716}"/>
              </a:ext>
            </a:extLst>
          </p:cNvPr>
          <p:cNvSpPr txBox="1"/>
          <p:nvPr/>
        </p:nvSpPr>
        <p:spPr>
          <a:xfrm>
            <a:off x="8751721" y="3704183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4000" b="1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 err="1"/>
              <a:t>Axios</a:t>
            </a:r>
            <a:endParaRPr lang="en-US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b="1" dirty="0"/>
          </a:p>
          <a:p>
            <a:endParaRPr lang="en-US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BC0902-30FB-3E11-A72E-36BD27584D29}"/>
              </a:ext>
            </a:extLst>
          </p:cNvPr>
          <p:cNvSpPr txBox="1"/>
          <p:nvPr/>
        </p:nvSpPr>
        <p:spPr>
          <a:xfrm>
            <a:off x="8686800" y="3122038"/>
            <a:ext cx="9288780" cy="12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</a:rPr>
              <a:t>Today’s Agenda</a:t>
            </a:r>
            <a:endParaRPr lang="en-IN" sz="5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1217501"/>
            <a:ext cx="11391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/>
              <a:t>Asynchronous</a:t>
            </a:r>
            <a:endParaRPr lang="en-IN" sz="4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845D23-7D0C-2F05-A7AA-F0E18F1B1458}"/>
              </a:ext>
            </a:extLst>
          </p:cNvPr>
          <p:cNvSpPr txBox="1"/>
          <p:nvPr/>
        </p:nvSpPr>
        <p:spPr>
          <a:xfrm>
            <a:off x="1067251" y="1810545"/>
            <a:ext cx="16149705" cy="4992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000000"/>
                </a:solidFill>
                <a:effectLst/>
              </a:rPr>
              <a:t>Functions running in parallel with other functions are called asynchronous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Ways to make JavaScript Asynchronous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</a:rPr>
              <a:t>Callbacks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Promises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</a:rPr>
              <a:t>Async/await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05137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1201911"/>
            <a:ext cx="11391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 err="1"/>
              <a:t>Axios</a:t>
            </a:r>
            <a:endParaRPr lang="en-IN" sz="4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74133B-1CEA-6BC1-2FE0-0F060AB791F7}"/>
              </a:ext>
            </a:extLst>
          </p:cNvPr>
          <p:cNvSpPr txBox="1"/>
          <p:nvPr/>
        </p:nvSpPr>
        <p:spPr>
          <a:xfrm>
            <a:off x="935664" y="1891907"/>
            <a:ext cx="14566605" cy="333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err="1">
                <a:solidFill>
                  <a:srgbClr val="555555"/>
                </a:solidFill>
              </a:rPr>
              <a:t>Axios</a:t>
            </a:r>
            <a:r>
              <a:rPr lang="en-US" sz="3600" dirty="0">
                <a:solidFill>
                  <a:srgbClr val="555555"/>
                </a:solidFill>
              </a:rPr>
              <a:t> is a modern, Promise-based HTTP client library.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555555"/>
                </a:solidFill>
              </a:rPr>
              <a:t> This means that </a:t>
            </a:r>
            <a:r>
              <a:rPr lang="en-US" sz="3600" dirty="0" err="1">
                <a:solidFill>
                  <a:srgbClr val="555555"/>
                </a:solidFill>
              </a:rPr>
              <a:t>Axios</a:t>
            </a:r>
            <a:r>
              <a:rPr lang="en-US" sz="3600" dirty="0">
                <a:solidFill>
                  <a:srgbClr val="555555"/>
                </a:solidFill>
              </a:rPr>
              <a:t> is used to send an HTTP request and handle their responses, all using JavaScript's promises. 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err="1">
                <a:solidFill>
                  <a:srgbClr val="555555"/>
                </a:solidFill>
              </a:rPr>
              <a:t>Axios</a:t>
            </a:r>
            <a:r>
              <a:rPr lang="en-US" sz="3600" dirty="0">
                <a:solidFill>
                  <a:srgbClr val="555555"/>
                </a:solidFill>
              </a:rPr>
              <a:t> supports both Node.js and JavaScript in the browser.</a:t>
            </a:r>
            <a:endParaRPr lang="en-US" sz="3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9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69</Words>
  <Application>Microsoft Office PowerPoint</Application>
  <PresentationFormat>Custom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SLC PPT - Content</dc:title>
  <cp:lastModifiedBy>urvashi singla</cp:lastModifiedBy>
  <cp:revision>240</cp:revision>
  <dcterms:created xsi:type="dcterms:W3CDTF">2006-08-16T00:00:00Z</dcterms:created>
  <dcterms:modified xsi:type="dcterms:W3CDTF">2026-01-06T11:01:48Z</dcterms:modified>
  <dc:identifier>DAFBHbFhJSU</dc:identifier>
</cp:coreProperties>
</file>