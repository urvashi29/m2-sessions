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273" r:id="rId5"/>
    <p:sldId id="277" r:id="rId6"/>
    <p:sldId id="278" r:id="rId7"/>
    <p:sldId id="333" r:id="rId8"/>
    <p:sldId id="334" r:id="rId9"/>
    <p:sldId id="335" r:id="rId10"/>
    <p:sldId id="282" r:id="rId11"/>
    <p:sldId id="281" r:id="rId12"/>
    <p:sldId id="264" r:id="rId13"/>
    <p:sldId id="263" r:id="rId14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6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14:45:50.28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5352 3610 422 0,'-4'4'345'16,"0"-1"-48"-16,2 0-27 0,-1-1-38 0,3-1-17 15,2-2-23-15,1-1-18 0,9-4-14 0,1-2-14 16,5-2 6-16,2 0-35 15,0-1-5-15,2-2-13 0,1 5-11 0,1-4 1 0,-2 2-20 16,2 2-7-16,-2-2-5 0,-1 2 4 16,-2 2-5-16,-2-2-26 0,-1 2-8 15,-2 0-28-15,-3 1-21 0,-2 2-33 0,-4 1-37 16,-1-1-31-16,-4 3 10 0,0 1-226 0,-1-1-26 16,-2 0 10-16,-3 0 45 0,1 0 19 15,-9-1 14-15,7 1 41 0,-4 0 4 0,-1 0 5 16</inkml:trace>
  <inkml:trace contextRef="#ctx0" brushRef="#br0" timeOffset="247.11">5516 3395 496 0,'-1'-1'251'0,"0"0"-45"0,0 1-21 16,1 0-16-16,0 0-22 0,-2 8 3 0,2 8-6 15,-2 2-10-15,2 2-2 0,0 1 7 16,-1 6 3-16,1-13 0 0,0 6 0 0,0 5-10 15,0 2-18-15,10 31 9 0,-7-31-23 16,0-2 0-16,1 1-24 0,-2-3-3 0,0-3-7 16,1 2-11-16,-3-3-3 0,5-4-8 15,0-1-26-15,-2-3-23 0,-2-3-47 0,-1-3-58 16,3-2 9-16,-2-1-309 0,-1-2 22 0,-1-3 43 16,-4-7 22-16,0-3 17 0,-3-4 42 15,-1 1 21-15,2-5 4 0,0 0 7 0,-2-4-7 16</inkml:trace>
  <inkml:trace contextRef="#ctx0" brushRef="#br0" timeOffset="745.66">4332 3191 362 0,'-3'-7'299'0,"1"4"-31"0,0-1-44 0,2 1-30 16,-2 1-21-16,1 0-22 0,1 2-15 0,1 2-10 16,-1 0 0-16,7 14-8 0,-1 3 0 15,1 4-3-15,0 4-10 0,4 0-2 16,-1 4-8-16,1-3-4 0,1 1-15 0,-3-2-5 15,0-1 1-15,1-1-5 0,-2-2-8 0,1-2-17 16,-2 1-1-16,1-5-3 0,1 0 5 16,-4-1-11-16,2-4-5 0,0-1 2 15,-2-5 5-15,0-1-18 0,0-5-46 0,-5 0-45 16,0 0-50-16,9-7 11 0,-4-4-292 16,-3-2 20-16,0-1 29 0,-2 6 25 0,0-6 45 15,-10-19 22-15,6 13 7 0,2-1-5 0,1 1 30 16</inkml:trace>
  <inkml:trace contextRef="#ctx0" brushRef="#br0" timeOffset="1166.44">4630 3167 259 0,'2'-4'280'16,"-1"3"-57"-16,1 0-23 0,-1 1-20 15,-1 0-16-15,0 0-11 0,10 20-8 0,-2-4-13 16,1 3-8-16,-2-2-14 0,3 6 4 0,0 1-8 15,1-1-11-15,-3 0-6 0,2 3-8 16,0-4-8-16,0-2-7 0,-2-2 4 16,1 1-16-16,-2-4-4 0,0-1-3 15,-3-3 0-15,2-2 24 0,1-2-5 0,-4-3 4 0,-2-4-8 16,-1-1 5-16,-1-5-23 0,-1 1-3 16,-2-10-4-16,0 0 0 0,-3-3-1 0,0-4-11 15,-3-1-4-15,0-5 2 0,-3-3 5 16,-2-8-13-16,-2-3 3 0,0-3-14 15,1 4-1-15,4 1 2 0,2 3 5 0,0 3-9 16,3 2-4-16,4 4-1 0,0 2-3 0,2 1 0 16,1 16 7-16,13-20-11 0,-2 18 0 15,-1 4 1-15,2 6-1 0,-3 1 5 0,12 13-8 16,-8 1 2-16,1 3-1 0,-1 4 7 16,-2 6-8-16,-1 2-17 0,-2 6-13 0,-2-5-13 15,-1 1-15-15,1-1-6 0,-5-3 2 16,-1 0-20-16,0-14-14 0,0 6 10 0,0-1-86 15,0-1-102-15,0-4-72 0,0-3 46 16,0-4 16-16,-8 0 18 0,8-6 32 0,0-1-2 16</inkml:trace>
  <inkml:trace contextRef="#ctx0" brushRef="#br0" timeOffset="2711.55">5005 2949 242 0,'0'-11'260'0,"0"-1"-38"0,-7-17-11 16,6 13-15-16,-1 4-8 0,0 2-14 16,0 3-21-16,-1 1-20 0,2 2-16 0,1 1-10 15,0 3-17-15,0 2-6 0,1 3-16 0,5 10 4 16,-2 5 2-16,2 2-10 0,1 7 5 16,4 4-10-16,-1 2-4 0,0 2 5 15,0 0-7-15,1-2-3 0,-1 1-7 0,-2-1 4 16,1-4-2-16,1-1-14 0,-3-5 0 0,1-3-5 15,-1-2 2-15,3-2-4 16,-4 0 1-16,-1-2 12 0,1-5 3 0,3-5-16 16,-2-5 1-16,-7-1 12 0,15-10-9 0,-6 0-13 15,0-8-1-15,-1-1-2 0,1-2 4 0,-2-4-3 16,-1-2 3-16,1 0-11 0,-1-1 1 16,-1 1 6-16,0 2-12 0,0 2 0 0,-2 3 3 15,1-1-4-15,-1 5 0 16,0 1-1-16,1 5 6 0,0 4-9 0,-1 3 2 15,-3 3 0-15,0 0 3 0,14 13 4 0,-8-2-4 0,-2 6 2 16,3 2-2-16,0 0-1 16,0 0 7-16,2 1-9 0,-1-2 1 0,3 1-1 15,-3-1 10-15,1-4 0 0,3 2 2 0,-1-3-11 16,0-2 4-16,3-9-4 0,-1 1 0 16,-6-3 1-16,3 0 1 0,13-15 7 15,-11 3-9-15,-1-3-1 0,2 1 6 0,-2-5 4 16,-1 0-10-16,-1-4-1 0,-1-4 2 15,2 2 3-15,-2-1 7 0,1 2-14 0,-1 1 3 16,1 3-2-16,-1 3 2 0,-1-1 0 0,3 2-1 16,-2 4-1-16,1 4-1 0,1 3 4 15,-2 4-1-15,-8 1 1 0,10 0-1 0,11 15 6 16,-9-5-7-16,0 1 0 0,1 2 4 16,-1-1-4-16,-1 3 1 0,0-1 0 0,-3 2 13 15,2-3-8-15,-1-1-2 0,-1 0 4 16,-1-3-2-16,-3-2-2 0,0-4-2 0,-1 2 8 15,0-2-1-15,-1 0 8 0,-1-2 2 16,-1-1-11-16,-1-4 2 0,-1 1 3 0,-3-7-5 16,-2 0 4-16,-2-4 4 0,-4 1-8 15,1-1-5-15,-1 0 1 0,0-2 7 0,1 2-10 16,-3 1-1-16,1 1 2 0,3 3 0 16,3-1-1-16,-1 6-6 0,2 2 2 0,0 2 2 15,7 0-2-15,-10 12 2 0,6 0 8 0,0 1-5 16,1 7 1-16,0-1 1 0,3-8 9 15,0 6-14-15,0 2 4 0,11 21-1 0,-5-19 6 16,1-1-1-16,0-4-4 0,2 0 2 16,-1-3-1-16,1-2-4 0,-1-3 4 15,3 0 2-15,-1-5 10 0,0-1-12 0,-10-2 2 16,18-8-1-16,-8 0-2 0,0-5 9 0,-1 2-13 16,1-4 3-16,-4-4 3 0,0 1-1 15,-1-4 0-15,1 2 1 0,-3-1-2 0,0 2 6 16,0 3 0-16,-2 1-5 0,1 4 5 15,0 4-10-15,-1 3 0 0,1 3-1 16,-2 1 0-16,0 0 1 0,8 16 7 0,-4-4-1 16,3 6 1-16,-1 1-5 0,3-1 4 0,-2 0-8 15,1 0 2-15,2-1 5 0,1 1 13 16,2-2-17-16,0-2 12 0,3-2 6 0,2-2-14 16,2-1 10-16,-1-6-4 0,1 0-3 15,-11-3 1-15,5 0 2 0,17-16 7 0,-16 3-7 16,-1 1 11-16,-3-4-18 0,-1-1 6 15,0-1-1-15,-1-2 9 0,-4-2-10 0,-2 0-2 16,-3-2 1-16,0 11-2 0,0-4 11 0,0-1-4 16,0-1-8-16,0 4-5 0,0 1-2 15,0 4 6-15,0 4 10 0,0 6-17 0,-4-6 15 16,5 11-9-16,6 6 10 0,0 0-10 16,3 3 14-16,2 2-15 0,0 0-1 15,3-1 5-15,1 0 0 0,0 1-3 0,0 0 0 16,0-1 2-16,2 2-3 0,-3-4 4 0,-3 1 8 15,1 0 1-15,-3 3-10 0,-2-1 3 16,-3 0 10-16,-3-1-4 0,-2-8-16 0,0 2 0 16,-14 12-4-16,3-12-1 0,-1-2 8 15,-3-1-18-15,-5-6 1 0,11 0 5 16,-6 0 5-16,-21-7-1 0,18 2-5 0,1 2 6 16,3-3 7-16,1 4-8 0,4-1 1 0,2 1 0 15,3 2 2-15,4 0 1 0,-1 3-1 16,3 0 14-16,1 1-7 0,7 1-4 15,4 1 10-15,2-3-9 0,2-2 9 0,-8-1-8 16,6 0 3-16,21-8 8 0,-10-3 8 16,3-3 6-16,2-2 6 0,-1-1 10 0,4-4-9 15,-4 0 19-15,1-2-14 0,-1 0-1 0,-3-2 9 16,-2 2-20-16,-2 0 6 0,-2-2 6 16,-8 1 0-16,-2 0 2 0,-2 0 14 0,-4 1-23 15,-2 2 1-15,-2 1 4 0,-2 2-5 16,0 5-2-16,0 8-13 0,0 5 6 0,-9-8 4 15,3 9-2-15,-1 10-14 0,0 1 5 16,0 2 7-16,2 5-2 0,2-1-6 0,1 4 2 16,0 2-3-16,2-13-1 0,0 5 22 0,9 23-20 15,1-19-8-15,-1 1 5 0,1-2 19 16,2-4-24-16,2-1-5 0,-1-2 6 16,5-2 13-16,1-3 9 0,0-3 1 0,-2-1-4 15,-7-3 29-15,4 0 5 0,0 0 3 16,15-9 18-16,-19 6 2 0,-1-1-4 0,-2 1-15 15,-2 1 6-15,-1 0-14 0,-3 1-30 16,1 0-3-16,-6-1-190 0,1 2-96 16,0 2 27-16,-3-2-238 0,-6 2 25 0,2-2 54 15,-3 0 35-15,-3 0 33 0,0 0 15 0,-18-9-2 16,20 5 86-16,2-1-10 0,4 0 40 16,6-1 1-16,5-2-11 0</inkml:trace>
  <inkml:trace contextRef="#ctx0" brushRef="#br0" timeOffset="3877.55">13795 3162 212 0,'-12'-15'279'16,"1"0"-40"-16,3-2-31 0,-1 1-21 15,4 3-18-15,1 2-23 0,1 3-21 0,0 2-10 16,2 2-6-16,1 3-16 0,0 1-8 0,1 7-8 16,0 6 0-16,1 2-3 0,-2-7-21 15,0 5 5-15,0 0-11 0,0 1 3 0,0 2 3 16,0-3-7-16,0-1-4 0,0-2-2 15,-12 7 7-15,9-13 2 0,-1 1 4 16,0-3-5-16,1-1-4 0,-1-1 4 0,0-1-11 16,-5-6-4-16,1-1-1 0,-1-5 1 0,0-3-15 15,2-3 4-15,2 0-2 0,0-1-6 16,1-1 1-16,1-2-2 0,1 1 0 0,2 3-9 16,0 8 11-16,0-1-2 0,0-1-4 15,9-7-4-15,-4 14-1 0,1 6 1 0,5 4-2 16,-1 4-3-16,2 5 6 0,-1 6-1 15,1 7 0-15,0 5 3 0,-2 5-2 0,1 3 2 16,-3 3-6-16,-2 1 6 0,0 1-1 16,-2-3 0-16,-1-3 1 0,-3-2 0 0,0-19-3 15,0 8 1-15,-9 30-5 0,5-28 10 0,-5-3-2 16,0-4-1-16,0-2 5 16,-4-6 1-16,2-2 0 0,0-5-1 0,0-5-3 15,5 0-1-15,-12-11 5 0,6 0-7 0,1-1-1 16,2-5 0-16,1-1-3 0,0-1 1 15,1-1 5-15,0 5-10 0,2-1 0 0,1 3 0 16,1 2-3-16,1 3 7 0,2 8-6 16,0 0 1-16,0 0 0 0,10-5 4 0,1 15-2 15,1 0-1-15,1 4 2 0,1-2-1 16,2 0 0-16,-2-1 7 0,2 0-8 0,2 1 6 16,2-3-5-16,-2-3 0 0,2 2 2 0,3-4 5 15,-1-2-2-15,-2-1 1 0,-10-1 6 16,4 0 2-16,18-13 0 0,-18 3 3 15,1 1 6-15,-2-2-1 0,-1 1 1 0,-2 1-7 16,-4-4 18-16,2 1-5 0,-4 3-8 16,-1-1-3-16,0 4 0 0,-1 1 8 0,-2-1-19 15,0 2 2-15,1 0 0 0,-1 2-9 0,0-1-19 16,0 3-68-16,0 0-71 16,0 0 16-16,0 0-262 0,0-6 14 0,0 6 30 15,0-5 37-15,0 5 26 0,0-5 19 0,0 0 26 16,0-4 24-16,6-12 0 0,3 8 9 15</inkml:trace>
  <inkml:trace contextRef="#ctx0" brushRef="#br0" timeOffset="4443.38">14270 3046 436 0,'0'0'257'15,"0"0"-38"-15,0 0-25 0,0-3-31 0,0 18-12 16,0-5-23-16,0 7-6 0,0 3-10 15,0 1-12-15,9 29-8 0,-5-23-8 16,0 2-7-16,0 0-13 0,3-4 1 0,-3 1-13 16,1-2 3-16,0-2 2 0,0-3 21 15,-3-3 12-15,1-2 12 0,-1-5-3 0,-1-5-18 16,-1-2-9-16,0-2-2 0,0 0-2 16,0-13-19-16,-1-6-3 0,1 9-6 15,-9-23 6-15,6 9-5 0,-4-6-17 0,2-1 0 16,-2-3-4-16,0-4-1 0,2-3-3 0,0 1 3 15,0-1-7-15,3 1-2 0,0 5-3 16,2 20 2-16,0-9-4 0,0 0 2 0,0-2-4 16,0 3 6-16,9-15 1 0,-4 26-2 15,1 7-13-15,1 5 0 0,4 7 2 16,1 4 1-16,0 5 12 0,-5 0-13 0,2 4-1 16,-4 3 2-16,0 3 0 0,-1-1 4 0,-3 0-4 15,-1-12 1-15,0 6 1 0,0 4-5 16,-11 22-3-16,5-23 6 0,1-3-19 15,-2-1-23-15,-2-2-12 0,4-4-13 0,-3 0-39 16,4-3-21-16,0-3 12 0,3-2-138 0,-1-3-121 16,2-1 23-16,0 0 34 0,3 0 11 15,-1 0 39-15,2-3-7 0,-3 0 22 16,9-5-3-16</inkml:trace>
  <inkml:trace contextRef="#ctx0" brushRef="#br0" timeOffset="5858.29">14443 3029 331 0,'5'-16'234'15,"0"0"6"-15,-5 2-32 0,3 2-12 16,-3 0-20-16,2 5-16 0,0 1-20 0,0 1-17 16,-2 2-15-16,1 2-11 0,-1 1-4 15,0 0-11-15,0 19-9 0,0-10-3 0,0 7-15 16,0 4 4-16,0 3-6 0,0 1-15 16,9 27-3-16,-9-22 7 0,4 0-5 0,0 1-2 15,0 1-3-15,3-3 0 0,0-1-13 16,-2-4 8-16,0-1-5 0,1-3 2 0,-3 0 1 15,4-5 11-15,-2-2 1 0,2-4 4 0,-2-3-1 16,-5-5-9-16,14-9 0 16,-3-2-2-16,0-3-2 0,1-1-7 0,-1-2-2 15,-3-4 1-15,2-1 0 0,1-3-5 0,-2-1 6 16,-1 0-13-16,-1 4 1 0,-1 0-3 16,1 1 4-16,-1 5-6 0,-2 1 5 15,2 4-8-15,-2 7 0 0,-4 4 1 0,0 0 2 0,14 14-6 16,-8-1 5-16,-2 4 1 0,3 1-1 15,-2 2-4-15,0 0 8 0,2 2-4 16,-2-2-1-16,2 0 1 0,0-2 6 0,2 1-1 16,-2-4-7-16,3 1 3 0,0-3 8 15,2-4-7-15,-2-3-1 0,0-4 3 0,-10-2-4 16,20-8-1-16,-6-1 0 0,-3-3 0 0,1-2 3 16,-3-1-1-16,0-2-3 0,-1-3 0 15,2-2 5-15,0-2-5 0,-1 1 0 16,-1 0-5-16,-1 1 12 0,1 1-13 0,-2 3 3 15,1 1-3-15,0 2 4 0,-1 5-5 0,-2 4 3 16,-4 6 2-16,0 0-2 0,11 10 3 16,-5 1-3-16,0 2 4 0,-2 2-2 15,1 0 2-15,0 0-2 0,-1 2 8 0,0-1-7 16,0-2-1-16,-1 2 7 0,0-4-3 16,-3-3-1-16,1-3-1 0,2 0 2 0,-1-2 6 15,-1 1-1-15,-1-4-5 0,0-1 2 0,0 0-4 16,0 0 4-16,0 0-4 0,0-9 0 15,0-4 9-15,0 4-10 0,0-3-2 0,-10-17 1 16,3 12 8-16,2-1-6 0,-3 1 0 16,0 4-3-16,0-1 0 0,-1 3-4 0,2 1 1 15,1 4 1-15,2 3-1 0,-1 2 0 0,5 1 2 16,0 0 1-16,-12 19 6 0,8-4-6 16,0 3 1-16,1 2-2 0,2 4 8 0,1 1-6 15,0-2 2-15,0-10-2 0,0 2 9 16,0 2-12-16,0 2 5 0,0-3-2 0,9 16 8 15,-4-21-13-15,-2-3 8 0,2-3 9 16,-2-3-9-16,3-1 1 0,-4-2 0 0,4-2-2 16,1-4 2-16,2-2-1 0,-2-3 1 15,1-1-1-15,-1-4 10 0,0-1-10 16,-1-1 1-16,-1 0-3 0,1-2 4 0,-3-2-3 16,3 4 1-16,-2 2-2 0,-1 3 7 0,-2 4-11 15,0 3 2-15,2 2-2 0,-1 2 1 16,-2 3-1-16,0 0 9 0,0 0-1 0,8 20-3 15,-6-6-5-15,2 0 2 0,-1 2 3 16,1 0-4-16,1 0 5 0,1-1-2 0,1-2 6 16,0 1-3-16,3-3 1 0,1-4 0 15,1-2-4-15,-3-4 6 0,-9-1-4 0,12 0 1 16,13-10 1-16,-11-1 6 0,-3-1-12 0,1-1 1 16,-5-5 2-16,3-1 1 15,-5 0 5-15,-2-3 1 0,-3-4-9 0,0 14-1 16,0-4 0-16,0-4 5 0,-10-20-4 0,9 22 4 15,-2 1-2-15,0 5 4 0,2 5-9 16,1 2 4-16,0 5-3 0,1 2 0 0,1 1 1 16,5 10 2-16,-2 0-1 0,5 4 2 0,1-2 6 15,-1 1-11-15,0 3 5 0,1 0-1 16,-1-1 1-16,2 0-3 0,-1-2 4 16,-3 0-2-16,2 1 3 0,-3-1 6 0,-3-1-7 15,1-1 0-15,-5-3-4 0,0-5 5 16,-9 8-2-16,1-7 9 0,-4-2-8 0,1 1-4 15,-3-5-2-15,7-1 11 0,-4 0-8 0,-2 0 2 16,-12-8-4-16,12 6 4 0,2-2-3 16,4 2 3-16,1 1 3 0,3-1-10 0,-1 2 3 15,1-1 4-15,5 1-2 0,-2 0 6 16,2-1-6-16,1-1-2 0,9-1 2 0,3-2 1 16,5-2-1-16,0 0 2 15,-1-2-4-15,4-1 9 0,-1-2-9 0,2 0 4 0,-1-3 8 16,1-2-11-16,-4 1 7 0,-1 0-1 15,0-2-3-15,0 0 0 0,-5-1 1 0,-2 1-1 16,-2-1 7-16,-2 3-4 0,-1-3-2 16,-3 3 7-16,-4 8-3 0,0-2-10 0,0 0 0 15,-8-4 7-15,2 13-4 0,2 2 7 16,-3 7-9-16,-1 2 10 0,2 5-8 0,0 3 4 16,3 2-2-16,1 2 1 0,1 2 1 0,1-12-2 15,0 3-2-15,15 21 2 0,-7-18 6 16,3-4-4-16,1-1 7 0,4 0-3 15,1-5 9-15,0-4-7 0,6-2 10 0,-15-2-12 16,8 0-1-16,-1 0 16 0,18-9-13 16,-18 4-1-16,-2 2-13 0,-5 0-29 0,-3 0-66 15,-1 2 9-15,-6 1-281 0,0 1-14 0,-1 0 28 16,-2-1 23-16,0 1 40 16,-1 0 20-16,1-2 23 0,2 1 29 0,-1 0 7 15,2-1-13-15</inkml:trace>
  <inkml:trace contextRef="#ctx0" brushRef="#br0" timeOffset="6657.37">20031 2825 465 0,'-11'6'257'0,"8"-9"-36"0,3 0-26 16,3-10-21-16,4 0-9 0,3-1-16 16,1 1-14-16,3 1-13 0,2 0-9 0,2 2-14 15,2 1-20-15,0 3 1 0,1 1-4 16,4 5-10-16,-14 0-18 0,23 8 5 0,-17 0-14 15,0 2 5-15,-4 3-2 0,-3 1-4 16,0 3-5-16,-5 4-4 0,-5 3-6 0,0-12 3 16,-8 24 0-16,-1-11-11 0,-1-2 10 15,-1 0-3-15,1-1-8 0,-2-3-3 16,2-2 6-16,0 0 2 0,-1-3-11 0,2-2 10 16,3-1 3-16,2-4-5 0,1-1-4 0,2-3-1 15,1-1 3-15,0-2 1 16,0 0-6-16,8 4 1 0,-2-3-1 0,5 2-2 0,3 1-1 15,3 0 2-15,0 3-2 0,0 0 0 16,2 1-1-16,-4 2 4 0,2-1-5 0,-2 3-2 16,0 0 3-16,-6 1-8 0,-2-2 5 0,-2 2 5 15,-2 1 0-15,-3-7 3 16,-9 18-10-16,1-9 7 0,-5-3-1 0,2 0 1 0,-3-1-1 16,-1 0-3-16,-1-1-1 0,-3-4-7 15,2 0-3-15,-2-3-23 0,-3-3-45 16,14-1-46-16,-16-8 12 0,9-2-196 0,3-3-59 15,1-2 20-15,4-6 19 0,1-2 40 0,3-2 14 16,3-3 10-16,0 13 17 0</inkml:trace>
  <inkml:trace contextRef="#ctx0" brushRef="#br0" timeOffset="6994">20451 2582 416 0,'5'-6'245'0,"-3"-1"-48"0,4 3-37 0,-2 2-4 16,3 2-16-16,-7 0-33 0,7 0 0 0,15 13-17 15,-8 0-3-15,-2 1-12 0,0-1-1 16,0 1-6-16,0 1-8 0,-3-1-12 0,1 2 2 16,0-2-8-16,-1-1-1 0,-4 0-6 15,2-2-5-15,-4-3 16 0,0-1-3 0,-2-2 1 16,-1-5 3-16,0 0-1 0,0 0-5 15,-2 7 1-15,0-9-4 0,1 1-4 0,-1-3-5 16,2 4-9-16,-10-25 5 0,8 9-1 16,0-3-8-16,-1 1-2 0,3 7-10 15,0-3 2-15,12-21-1 0,-5 19 0 0,-2 0-17 16,5 2-24-16,-3 1-28 0,2 4-51 16,3 2 10-16,-5 3-153 0,1 3-85 0,-1-1 17 15,0 2 23-15,-7 0 1 0,14 7 33 0,-9-2 16 16</inkml:trace>
  <inkml:trace contextRef="#ctx0" brushRef="#br0" timeOffset="7623.22">20951 2915 351 0,'2'0'303'0,"-2"0"-45"16,0 0-27-16,0 0-16 0,0 0-19 15,6 0-16-15,-6 0-22 0,7-8-4 0,-6 5-11 16,1-1-16-16,-2 0-2 0,-3-8-25 0,3 7-6 15,-10-14 0-15,2 9-22 0,0-1-6 16,-2 0-13-16,-1 2-4 0,0 2 4 0,-2 2-6 16,2 4-19-16,-4 1-1 0,8 0-2 0,-13 13-2 15,4-2-3-15,2 2 5 0,2 1-10 16,2 3-1-16,0 3 0 0,1 1-2 0,2 2 8 16,3 1-2-16,1 2-9 0,3 1 1 15,0-13 2-15,0 5-3 0,10 21-2 16,-4-19 0-16,3-5 10 0,2 1-14 0,3-4 2 15,-1-5-1-15,3-3 2 0,-7-5 9 0,17-10-1 16,-9 1-9-16,-1-4-5 0,-1-2 2 16,2-4 13-16,-3-3-11 0,-2 0-4 15,1-5 1-15,-4 1 11 0,-1-4-17 0,-3-2 5 16,-2-8-5-16,-3-1 7 0,0 20 3 16,0-10-15-16,0-3 2 0,0-3 3 0,-10-32-1 15,6 40 4-15,2 3 8 0,1 1-12 0,0 2-2 16,-3 8-4-16,3 5 9 0,0 6-3 15,0 4-1-15,0 4 0 0,1 3 11 16,-1 10-8-16,1-6-1 0,0 6 3 0,0 3 1 16,10 23 2-16,-5-15 2 0,4-3-4 15,0 2 0-15,0 0 1 0,2-3 1 0,1 1-27 16,-3-2-48-16,1-2-77 0,2-2 15 16,0-4-252-16,0-2 13 0,-1-3 37 0,-2-3 17 15,-1-3 47-15,-1-2 10 0,-7-2 22 16,5 0 9-16,0 0-1 0</inkml:trace>
  <inkml:trace contextRef="#ctx0" brushRef="#br0" timeOffset="8322.57">21557 2734 226 0,'-1'-7'274'15,"0"1"-50"-15,-1 2-43 0,2 3-9 16,0 1-33-16,0 0-9 0,2 5-10 0,4 8 6 15,-2 4-11-15,2 2-11 0,-1 2-14 16,2 3-4-16,-1 2 4 0,-1 2-16 0,3 3-6 16,-1-4-11-16,0 0 2 0,-1-3-4 15,0-1-12-15,0-4-10 0,1-1 6 0,-2 0 7 16,0-5 18-16,-1-5-5 0,-3-6 0 0,-1-6-9 16,0-2-10-16,1-7 4 0,-1 4-13 15,0-6-1-15,-9-21-2 0,4 12-4 16,-2-3 0-16,0-4-11 0,-1-2 3 0,-1-4-4 15,0-9-4-15,2-2-3 0,0 2 0 16,4 1-5-16,1 0 7 0,1 6-3 0,1 21 0 16,0-9-7-16,11-26-1 0,-2 27 2 0,0 3 7 15,4 5-4-15,3 4 3 0,1 6-3 16,7 3-2-16,-15 5 3 0,7 0-7 16,17 16 7-16,-17-5 0 0,0 5-2 0,-6 2 6 15,-1 2-4-15,-6 4 1 0,-1 0-5 16,-2-11 8-16,-9 25-2 0,1-12-1 0,-3-1 5 15,-2-1-4-15,-3 0-9 0,2-3-3 0,-2-2-18 16,1 0-33-16,0-2-61 0,1-2 12 16,0-4-144-16,0 0-110 0,3-4 13 0,5-4 25 15,3-1 11-15,0-2 48 0,3 0 8 16,0-5 15-16</inkml:trace>
  <inkml:trace contextRef="#ctx0" brushRef="#br0" timeOffset="9823.23">21989 2491 397 0,'3'-16'256'0,"-2"4"-33"15,0-1-22-15,-1 5-14 0,2 2-31 16,-2 2-17-16,0 4-14 0,0 0-11 0,-3 0-13 16,-1 12-9-16,1 2-18 0,2 7 4 0,-2 1-4 15,3 5-10-15,-2 2 6 16,2-13-6-16,0 8-7 0,0 3-10 0,0 3 5 0,0 2-5 15,9 29-4-15,-5-31 3 16,-1-5-9-16,0-2 0 0,1 0-1 0,2-2-3 16,-2-3-1-16,-4-5 3 0,5 0 9 0,-3-4 19 15,3-5-17-15,-2-3 5 0,-3-1-13 0,0 0 1 16,20-14-14-16,-11 1 0 0,0-5 0 16,0 2-3-16,-2-4 4 0,1-1-18 15,1-2 5-15,-2 0 0 0,-2-2 7 0,1 2-19 16,1 2 4-16,-1 0 7 0,-2 4-9 15,-1 2-6-15,2 4 1 0,-3 5-1 0,-1 3 5 16,2 1-7-16,-3 2 4 0,0 0 6 0,9 11-7 16,-5 2 3-16,1 1 2 0,4 4 4 15,-3-1-4-15,-1 1-3 0,1-3 5 16,1 0-5-16,-3-1 8 0,5-2-10 0,-4 0 3 16,-1-4 0-16,5-1 12 0,-2-3 0 15,0-2-10-15,-7-2-3 0,11 0 1 0,13-9 14 16,-11 1-19-16,0-3 1 0,1-1 0 15,0-2 0-15,0-2 8 0,-1-1-5 0,-1-4-3 16,4 0 2-16,-2 0 6 0,0 2-14 16,0 2 3-16,-1 2 0 0,-1 1 2 0,0 1 1 15,-1 5-5-15,0 4 5 0,-2 3 9 0,-9 1-9 16,15 10 0-16,-8 0 0 0,0 0 3 16,0 2 1-16,-4 2 9 0,1 1-13 0,-1 1 2 15,0-1-2-15,-3 2 2 0,0-9-2 0,0 3 5 16,0 3 2-16,0-3 5 15,0-1-11-15,0-1 10 0,0-2-6 0,0-2 7 16,0-5-2-16,0 5-6 0,0-5 3 16,0 0 8-16,-7 4-12 0,6-5 1 0,-1-3-2 15,-5-5 0-15,0-4-2 0,0 1-5 16,-1-3 9-16,-2-1-14 0,0-1 2 0,0 2-1 16,0 1-3-16,-1 1 2 15,0 0 8-15,2 2-9 0,-1 3-4 0,2 0-1 16,1 5 0-16,7 3 3 0,-6 0 5 0,-8 9 1 15,7 1-1-15,0 1 9 0,1 6 1 0,2 1-7 16,0 1 2-16,1 2 0 0,3 0 11 16,0-11-11-16,0 5 0 0,0 1 1 0,0 0 3 15,10 18-4-15,-6-21 4 0,-1-2 6 16,2 0-4-16,0-5-4 0,-1 0 4 0,0-5 0 16,2 2 5-16,-6-3-4 0,4 0 0 15,13-10 1-15,-7 4 7 0,0-5-11 0,1-3 5 16,-1-2-3-16,-2-2 1 0,2 0 0 15,-4 1-4-15,2-2 8 0,-2 1-4 0,0 0-4 16,1 3 4-16,-2 2-2 0,-2 3 2 0,0 3-1 16,0 1 3-16,-2 3-5 0,2 3-1 15,-3 0 3-15,0 0-1 0,0 0-1 0,4 10 4 16,-1 1 1-16,0 1 6 0,-2-2-10 16,2 3-1-16,3 3 10 0,-1-5-9 15,1 2 7-15,1-3 5 0,0 0-15 0,0-1 3 16,0-5 5-16,0-2 1 0,6 1 3 15,-5-1 3-15,-1-2 10 0,13-8-11 0,-7 0-2 16,-1-2-1-16,0 1 4 0,-1-2-9 16,-1-4 4-16,-3 2-2 0,3-4 0 0,-3 0 4 15,-2-3-7-15,-2-1 0 0,0 2 3 16,0 1-6-16,0 1 1 0,-3 7 2 0,1 2-5 16,-1 2 8-16,2-1-3 0,-2 5-6 15,1 0 3-15,-1 0-3 0,0 2 5 0,0 0 1 16,0 0-6-16,1 10 7 0,2 3-2 15,0 0-2-15,1 1 5 0,2 0-3 0,-2-1-1 16,3 1 1-16,0-1 4 0,3 3-3 16,-3-3 2-16,3 1 10 0,-3-2-13 0,0 2 0 15,0-3 2-15,-1-1 3 0,-3-4-1 0,-2 0 4 16,0-1-1-16,-1-5-3 0,0 6 3 16,-14 9 4-16,7-12-7 0,-4 0 3 15,0 0-5-15,-1-2 0 0,5-1-10 0,-4 0-3 16,1 0 3-16,-1 0 1 0,-13-10-3 0,16 8-1 15,2-1-2-15,3 2 2 0,-1-2 0 16,4 1 0-16,1 0 5 0,-1-1-2 0,2 1 3 16,-1 1-1-16,10-9 11 0,1 3-11 15,3-3 9-15,2 0-7 0,3-3 2 16,1 2-3-16,3-5 5 0,0 2 3 0,-2-2-8 16,2 1 0-16,-1-2 5 0,-5 1-1 0,2-1 2 15,-4-1-4-15,-4-1 10 16,-3 1-5-16,-1 1 7 0,-2-1-10 0,-3 2 4 15,-3 4-1-15,0 12 9 0,0-8-13 0,-10-2 0 16,5 9 2-16,-4 8 0 0,-3 2 4 16,1 3-4-16,1 4 7 0,0 0 1 0,2 0-5 15,1 4 1-15,4 3 7 0,0-2-10 0,3-12 2 16,0 5 3-16,14 20 4 0,-1-20 5 16,1 0 2-16,3-4-3 0,1 2 8 15,3-4-15-15,-2-1 4 0,0 0-1 0,1-2 10 16,-4 1-25-16,-4-3-42 0,-5-3 3 15,-5 1-387-15,-2-1 54 0,-9 0 20 0,-8-1 39 16,5 1 15-16,-8 0 37 0,-7 0 18 0,-4 0-19 16,-3 0 35-16,-4 0 32 0,-49 6-1 15</inkml:trace>
  <inkml:trace contextRef="#ctx0" brushRef="#br0" timeOffset="15493.02">319 9801 465 0,'2'-2'275'0,"-1"1"-48"0,1-1-13 0,-1 0-31 15,0 1-36-15,0 1-12 0,1 0 3 0,-2 0-7 16,0 0-12-16,11 18 4 0,-1-3-16 16,0 1-14-16,2 2 5 0,2 5-4 0,0 1-9 15,1 1-17-15,2 0 1 0,-3 2-13 0,2-2-4 16,-1-3-5-16,-4-2-4 0,1-2 1 15,-1-2 14-15,-1-1-17 0,-2-5 12 0,1-3-12 16,-9-7-1-16,12-7 12 0,-7-7-18 0,-1-3 0 16,-1-5-7-16,-3-3 0 0,0-3-3 15,0 14-3-15,0-9 7 0,0-3-13 16,-9-35 11-16,2 27-16 0,4 0-1 0,-1-3 15 16,-2 5-19-16,2 2 3 0,1 3-3 15,-1 3-1-15,4 1-1 0,-2 3 11 16,2 13-14-16,0-1-6 0,0 2 5 0,9-2 1 0,-6 9 5 15,1 1-5-15,4 6-1 0,0 4-2 16,0 2 0-16,0-2-1 0,0 0 9 16,0-3 0-16,-1 1-22 0,0-3 2 15,-1 0-4-15,-2-2 11 0,-2 0-12 0,0-4 3 0,-1 1 7 16,1-2-7-16,-2 0-4 16,0 0 3-16,0-3-5 0,0 1 13 0,-2-1-8 15,1 0 2-15,-5-7 2 0,0 1-5 0,0 0 7 16,-4 1 8-16,3-1-6 0,1 6-3 15,2 0 3-15,-1 0-8 0,2 2-2 0,3 1 2 16,0 0 8-16,-7 8 0 0,4 5-3 0,2 5 6 16,1-6-5-16,0 6-6 0,9 27 9 15,-3-13-1-15,1 0 3 0,3 1 2 16,1 0 0-16,1 0-6 0,0 0 3 0,1-6-1 16,0-3-8-16,-1-5 10 0,-1-2 3 15,2-3-1-15,0-6-5 0,-2-7 1 0,-7-1 5 16,12-16 1-16,-8-1 1 0,-2-1-10 0,-1-3 12 15,0-6-3-15,-3-6 6 0,0-3 1 16,-2 17-3-16,0-9 1 0,0-9-7 0,-13-43 9 16,5 34-10-16,-2 2 5 0,-3 0 4 15,-1 2 1-15,2 5 1 0,-1 2 8 16,2 6 10-16,0 3-3 0,3 3-3 0,0 3 6 16,3 9-5-16,2 5 3 0,4 6-12 0,0 4 10 15,6 10-5-15,0 5-12 0,3 6 3 16,5 5 2-16,0 2-6 0,2 5 11 0,1 1-11 15,0 0 1-15,3 0-1 0,-2-3 4 0,-1-2-6 16,0-3 3-16,1-4 0 0,-2-3 1 16,1-5-4-16,-2-5 2 0,-1-3 2 0,1-3 2 15,-1-4-3-15,-8-3 6 0,14-12-8 16,-10-1 11-16,0-2-10 0,-2-3-2 0,-2-6 10 16,1-2-11-16,-2 0 2 0,3 1 2 15,-3 1-2-15,0 0-2 0,1 4 0 0,0 3-1 16,2 0 2-16,-3 3 0 0,2 6-1 0,0 5 8 15,-8 3-7-15,18 9 2 16,-6 0-1-16,-1 2 3 0,2 4-9 0,-3-2 7 16,0 3 0-16,1-3-3 0,-1 5 9 0,0-3-8 15,1 1 1-15,-2-2-1 16,-2-1 1-16,0-4 9 0,-1 1-7 0,-2-5 2 16,-2 0 6-16,1-3 5 0,-3-2 3 0,0 0-7 15,-1-2-1-15,-2 0 11 0,-3-6-19 16,-2-3 9-16,-3-2-4 0,-1 1-4 0,0-3 3 15,-1 2-4-15,0 1 0 0,-2-1-2 0,1 0-2 16,0 2 12-16,1 3-13 0,0 3 8 16,4 5-9-16,3 0 2 0,6 0 7 0,-12 11 1 15,7-1-6-15,1 3-4 0,3 3-1 0,-1 2 1 16,2-8-1-16,0 6 3 16,0 3 8-16,13 21-15 0,-7-19 7 0,1-1 8 15,2 0-12-15,1-3 0 0,-2 0 5 0,3-2-1 16,-1-1-3-16,-1-5 2 0,2-3 2 15,-3-4 0-15,-8-2 3 0,7 0-1 0,8-9-2 16,-9-3-1-16,0-2 3 0,0-1-1 16,-2-4 9-16,0-3-13 0,-2-1 5 0,-1-2-2 15,-1 13 4-15,0-5-1 0,0-5 9 16,0-1-10-16,0 2-1 0,0-1 0 0,-10-13 2 16,9 24-1-16,1 2 2 0,0 2-1 15,-1 5 9-15,1 2-16 0,2 2 6 0,0 3-6 16,3 6 16-16,2 2-11 0,0 3 2 0,-1 0-5 15,3 0 6-15,0 2-5 0,1-1 15 16,3 0-14-16,1 1 3 0,-1-5 15 0,2 1-6 16,0-3-10-16,3-3-1 0,-2-3 1 15,1-3 14-15,1-1-15 0,-12-1 5 0,19-11-1 16,-12-1 1-16,-2-4 3 0,1 1 0 16,-4-1 6-16,-3-3-10 0,-1-2 2 0,-1-3-4 15,-2 2 18-15,-1 10-19 0,0-5 4 0,-14-21 1 16,6 17 20-16,0 2 34 0,1 1-25 15,3 3 7-15,-1 3-3 16,3 4-9-16,1 2 3 0,1 6-19 0,0 0 4 0,4-3-1 16,-1 5-3-16,8 5-1 0,3-2-1 15,1 3-2-15,0-1 19 0,2 2-25 0,-2-1 15 16,2 0-11-16,1-2 16 0,0 1-32 16,-4-1 11-16,1 1 2 0,-1-1-4 15,-2 0-4-15,-3 1-4 0,-3-2-11 0,0 1-5 16,-5-1-35-16,1 1-9 0,-2-6-15 0,0 7 0 15,-14 8-3-15,5-7 6 0,-4-3 7 16,-1 1-4-16,0-1 23 0,0 2 7 16,-1 0 3-16,0-2-4 0,6 2 13 0,-2-2 2 15,5 0 6-15,0-2 6 0,3 0-4 0,2 1 6 16,1-4 8-16,0 0 3 0,0 0 7 16,12 4-15-16,0-6 17 0,2-6 1 0,2-3-2 15,0 0 3-15,1-5 12 0,3-5 23 0,3-2 1 16,1-2-4-16,0-1-5 0,-1 0 14 15,-2-2-18-15,-1 0-6 0,-3 2 1 0,-4-1 0 16,0 0-2-16,-4 0 6 0,-2 2-10 16,-7 12-13-16,0-5 1 0,-9-20 1 15,0 20 0-15,-1 1 1 0,-2 2-3 0,0 4 7 16,0 5-2-16,3 1 11 0,1 5-13 0,8 0 0 16,-5 0 1-16,-2 10 0 0,7-5 9 15,3 6-7-15,4 0 1 0,3 0-1 0,4 0 3 16,2-2 15-16,5-3-10 0,0 0-10 0,2-2 2 15,5-3 9-15,-3 0 19 0,-12-1 6 16,5 0-14-16,2 0 1 0,0 0-1 0,-2 0 22 16,-5 0-35-16,-1 0 10 0,-3 0-2 15,5 6 9-15,-14 1-70 0,-6 6-44 16,-2 1-59-16,-4 1 13 0,-4 1-286 0,-4 2-12 16,-1 3 42-16,-3-1 30 0,-4 2 21 0,-3 2 45 15,1 4 15-15,-5 4 35 16,0 4-1-16,-2 2 5 0</inkml:trace>
  <inkml:trace contextRef="#ctx0" brushRef="#br0" timeOffset="16203.4">862 10776 522 0,'-6'-10'246'0,"3"3"-42"0,2 1-21 0,1 6 1 15,0 0-16-15,5 0-8 16,3 8-17-16,1 5-13 0,2 3-12 0,1 2-22 0,-1 1-5 15,1 3-6-15,1-1-2 0,1 1-10 16,-1-1 5-16,-1-1-14 0,-1-2-4 16,-1-2-1-16,-2-2-4 0,2-1 5 0,-3-1 11 15,-3-6 27-15,1-1-28 0,-3-2-3 0,-2-3-8 16,-2-7-3-16,-2-4-8 0,-1-5 7 16,-2-3-24-16,-1 0 4 0,0-5-8 15,-3-3 12-15,0-1-10 0,-3-3 6 0,-2-5-28 16,0-1-9-16,-3-5-5 0,4-2 1 15,1 3 6-15,2 0-3 0,4 3 5 0,-1 1-8 16,5 5-2-16,2 1 6 0,2 17-1 0,0-5-1 16,0-1 2-16,14-17-2 0,-5 26 4 15,1 7-5-15,-10 4-1 0,10 0 3 16,11 15-1-16,-10-2 10 0,-1 1-18 0,-1 4 5 16,-1 1 1-16,-1 4 0 0,-1 5 3 15,-2-1 8-15,0 3-11 0,-1-1 2 0,-1-4 3 16,0 1-1-16,0-4 6 0,-1 2-6 0,-1-5 1 15,3-3-5-15,0-1-4 0,-2-5 0 16,3-3 1-16,-1-5 5 0,1 1-2 0,1-3 6 16,0 0-6-16,1 0 5 0,5 0 2 15,17-8-4-15,-9 2 12 0,2 1-7 0,0 0 6 16,-1 0-5-16,-2 2-9 0,-11 3-4 16,6 0 10-16,-1 0 9 0,12 10-11 15,-14-3 4-15,-3 5-4 0,-3 1 3 0,-1 3-2 0,-3-7 18 16,0 7-9-16,-14 21-8 15,6-18 0-15,-1 1 0 0,-2-2 0 0,0 0 8 0,-1-2-17 16,0-2-21-16,-3-3-33 0,0-1-37 16,-3-1 10-16,0-6-204 0,1-1-99 0,8-2 15 15,-2 0 3-15,0 0 63 16,-12-10 10-16,13 3 14 0,4 1 12 0,3 0-4 0</inkml:trace>
  <inkml:trace contextRef="#ctx0" brushRef="#br0" timeOffset="17273.25">1365 10715 517 0,'0'-6'330'0,"1"-1"-33"0,-1-1-1 16,0-2-43-16,0-3-10 0,-11-12-26 0,7 12-13 15,-2-1-17-15,0 1-30 0,0 1-12 16,-3-1-13-16,0 2-13 0,1 0 8 0,-4 0-31 16,1 1-14-16,-1 0-4 0,-1 2-11 15,2 5-5-15,3 1 13 0,8 2-25 0,-8 0-22 16,1 0 29-16,-6 14-26 0,8-2-5 0,1 2 5 15,2 4-18-15,2-8 3 0,0 4-2 16,10 21-2-16,-3-15 10 0,0-1-16 16,2 1 2-16,2-1 1 0,-3-4-2 0,4 2-6 15,0-6 9-15,2 0-17 16,-1-4 7-16,-1-4 0 0,-3-3-1 0,-9 0 18 0,17-8-26 16,-9 0-1-16,0-1 7 0,-1-4 5 15,-1-2 0-15,-6-2-3 0,1 1 2 0,-1 6 1 16,0-3 18-16,-8-19-3 0,0 15 1 15,3 2-24-15,-3 1-2 0,3 2 8 0,2 5-11 16,-2-4 4-16,3 6-6 0,0 2 2 0,1 2 17 16,1 1-25-16,2 3 10 0,-1 1 1 15,5 6 0-15,0 1 11 0,2 2 4 0,0 0-15 16,2-1 2-16,3 1 2 0,1 0-1 16,1-1 0-16,-1-2 3 0,1-3-5 0,-1-2-4 15,1-3 11-15,-8-2 2 0,3 0 19 0,14-12-26 16,-11 3 3-16,0-4 4 0,-2-2 0 15,0-2-2-15,-4 0 20 0,0-2-27 16,1 0 5-16,-4-2 3 0,-3-3 2 0,-1-1 1 16,0 11-11-16,0-3 7 0,-8-22 0 15,4 20 8-15,0 5 9 0,3 0-12 0,-2 5-3 16,2 5 2-16,-1 0 7 0,2 4 15 0,3 4-6 16,-1-1-30-16,4 6 9 0,5 2-3 15,0-1 1-15,3 0-1 0,1 0 21 16,2-1-27-16,2 0 12 0,-2-2-2 0,1 1-2 15,3 0 6-15,-3-2-3 0,1 0-1 16,-4 1 9-16,-1 1-17 0,0 0 7 0,-5 1 5 16,-2 4-9-16,-4-2 12 0,-3-1-21 15,0-4-9-15,-11 12-7 0,1-7 9 0,0 2 2 16,-7-5-18-16,-1 3 2 0,-2-5 16 16,2 0-11-16,1 1 5 0,0-2 0 0,1-3 6 15,4 2 13-15,2-2-18 0,1-1 10 0,3-1-6 16,6 0-2-16,0 0 4 0,-2-4 2 15,4 2 4-15,1 0 8 0,7-6-3 0,2-2-5 16,2 0 1-16,-2-3 8 0,4-1 16 16,-1-1-18-16,4-7 22 0,0 1 6 15,0-3 3-15,-2-1 5 0,1 1-18 0,-1-1 7 16,-3 0-2-16,0 0-3 0,-1 1 20 0,-2 2-33 16,-3 1 9-16,-3 0 1 15,2 3 1-15,-6 1-7 0,0 4 26 0,-1 7-35 16,0 1 12-16,0-1-14 0,0 6 9 0,-9-2-1 15,9 6-3-15,-2 1 7 0,-1 11-3 0,3 2-4 16,0-7 25-16,0 4-19 0,14 19 10 16,-5-19-3-16,1 1 6 0,2-2-8 0,3-1 3 15,0-3 2-15,2-3 3 0,-7-7-6 16,7 0 7-16,19-15-5 0,-13 0 2 0,1-2-10 16,-3-1-30-16,-1-3-45 0,-5-1-65 0,1 7 13 15,-8-2-300-15,-2 3-7 0,-6 14 35 16,0 0 27-16,-13-8 25 0,2 15 38 15,-3 2 22-15,-2 5 15 0,-2 2-8 0,-3 6 32 16,0 3 24-16</inkml:trace>
  <inkml:trace contextRef="#ctx0" brushRef="#br0" timeOffset="18348.28">905 11987 473 0,'-2'-3'365'0,"-1"-7"-44"0,-3-1-37 0,1-1-3 15,1-3-55-15,-1-4-9 0,1-2-20 16,-1-3-10-16,-1-2-34 0,1-1-11 0,-2-3-19 15,3-3-10-15,-3-1 7 0,1 2-45 16,2-1 28-16,0 2-37 0,1 4-8 16,-1 2-9-16,2 4-4 0,0 0-1 0,0 3-21 15,1 3 4-15,1 15-2 0,0-7 3 0,0 7-8 16,8-7-4-16,-5 10-1 0,6 6-6 16,-1 1 5-16,-1 1 2 0,2-1 4 15,0 1-1-15,-3-2-15 0,-1 1 2 0,0-3 0 16,-1-2 1-16,-2-1 3 0,0 0-15 0,0-1 24 15,-1-1-16-15,1 0 5 0,-2-2-8 16,1 0-16-16,-1 0 25 0,-1-1-21 0,-1-1 1 16,1 0-2-16,-8-6-4 0,3 3 5 0,-5-3-4 15,1 2-12-15,1-1 1 16,2 4 10-16,1 0 6 0,0 1-16 0,1 1-1 16,2 1 0-16,3 0 0 0,0 0 6 0,-7 8-1 15,6 4 5-15,3 3 7 0,-2-5-6 16,11 18-2-16,-4-7 4 0,2 1 5 0,1 1-1 15,1 1 3-15,3 1 0 0,-1-1-1 16,1 3 16-16,3-3-1 0,1 0-14 0,-1-3 1 16,0-4-1-16,-1-2 1 0,0-3 10 15,0-2-12-15,2-3 1 0,-3-5 6 0,-7-2-4 16,13-9 14-16,-10-7-10 16,-1-2 12-16,-2-4-18 0,-1 0 4 0,-1-2-1 0,-2-2 1 15,-1-4 6-15,-3 1-10 0,0 14 4 16,0-6-3-16,-13-30 10 0,7 25-7 0,0 1 10 15,0 4-1-15,-1 3-8 0,3 0-1 16,0 4 0-16,0 3 7 0,2 6-13 0,1 4 3 16,1 1 5-16,0 0-2 0,1 15-3 15,3-2 3-15,1 2 0 0,0 3 6 0,3-1-2 16,0 0-2-16,2 1 3 0,-1 3 0 0,3-2 6 16,0 0-12-16,2-3 3 0,-2 0 1 15,1 0 4-15,0-3 7 0,0-2 2 0,0-3-11 16,-2-2 4-16,2-4-3 0,-13-2 10 15,7 0-5-15,9-12-9 0,-9 3 5 0,-2-7-6 16,-3 0 3-16,-2 8 2 0,0-5 0 16,-8-17 8-16,1 11-14 0,-2 1 2 15,-1 2 2-15,-2 0-4 0,-4 0-4 0,0-1 4 16,-2 5-7-16,-1 0 2 0,2 5 1 16,-1-2 0-16,1 4 3 0,3 2-1 0,8 3 4 15,-1 0-4-15,-10 9 0 0,11-1 8 0,0 1-11 16,3 3 7-16,2-2 0 0,1-3 11 15,0 3-13-15,0 3-1 0,14 13 1 0,-6-12 1 16,2-1 12-16,3 0-12 0,1-1 0 16,1-3 2-16,0 0-3 0,3-4 3 15,-3-2 0-15,3-1 2 0,-10-2 13 0,4 0-18 16,16-13 2-16,-15 6 3 0,1-1 3 0,-2-3 2 16,-2 0-6-16,-3-2-4 0,0-1 10 15,-2 1-6-15,-2-1 4 0,-1-1 3 0,-1 4-12 16,-1 6 5-16,0-1-1 0,0-1 7 15,0 0 3-15,0 2-13 0,0 0-4 0,0 5-10 16,0-6-26-16,-8-2-30 0,7 5-57 16,0 0 10-16,0 1-264 0,0 0 0 0,0 0 28 15,0-1 34-15,1 1 34 0,-2 0 16 16,2-3 16-16,0 0 9 0,10-17 23 0</inkml:trace>
  <inkml:trace contextRef="#ctx0" brushRef="#br0" timeOffset="19147.97">2084 10313 237 0,'5'-11'290'0,"1"0"-30"15,-2-2-41-15,2 0-17 0,-2 1-22 0,-1-2-9 16,0 2-16-16,-3 2-10 0,0 7 12 15,0-4-18-15,0 0 1 0,0 0-16 0,-9-9-16 16,2 9 1-16,0-3-23 0,-1 3-6 16,1 3-8-16,0 2 3 0,1 0-18 0,6 2-7 15,0 0-6-15,-7 0 9 0,-6 15-20 16,6-4-4-16,2 3-1 0,0 2 0 0,3 2 0 16,2-1-9-16,0 2 0 0,-2 2 7 15,2-11-15-15,9 23-3 0,-5-13 15 16,2-2-12-16,1-3-7 0,-2 0-3 0,2-6 6 15,0 1 1-15,0-2 12 0,-1-4-18 0,0-2 2 16,-6-2 10-16,0 0-11 0,11-18 0 16,-8 5 1-16,1-2 0 0,-4-2 3 0,0 5-7 15,0-4 1-15,0-3 0 0,-7-23 9 0,1 19-3 16,-2-5-6-16,-1-1 9 16,-2-2-12-16,-2 0-2 0,-1-2 2 0,0 1 8 0,-3-2-8 15,0 4-1-15,3 1 0 0,2 4 4 16,-1 2 6-16,2 5-9 0,2 2 4 15,1 3 11-15,2 4-15 0,3 5-4 0,3 4 8 16,2 5-2-16,2 4 10 0,3 7-12 0,3 1 8 16,2 5 5-16,4 3 4 0,-1 4 5 15,4-1 19-15,2-1-19 0,-4 1 8 16,4-3-17-16,0-4 4 0,0 0-3 0,0-7-1 0,1 2 12 16,-4-6-54-16,3-5-69 15,-1-1-95-15,-3-1 16 0,-3-1-253 0,-7-2 34 16,0 1 40-16,-6-1 7 0,-1 0 57 0,0 0 11 15,0 0-4-15,-8 5 12 0,-2 3 50 16</inkml:trace>
  <inkml:trace contextRef="#ctx0" brushRef="#br0" timeOffset="20563.21">1376 11577 212 0,'0'1'243'0,"0"1"-9"0,0-2-25 0,0 0-12 16,0 0-9-16,0 0-25 0,0 0-3 15,-1-10-3-15,1 6-13 0,-1-9-11 16,0-1-15-16,-1-1-9 0,2-2 0 0,-2 2-23 0,0 1-5 16,1 0-4-16,1-1-8 0,-1 2-7 0,1 2-9 15,0 3-5-15,0 2-13 16,-1-1 8-16,1 7-11 0,0 0-2 0,0 0-3 16,7-6 4-16,-5 8-3 0,8 5-7 0,2 3 0 15,0 4-1-15,2 4-3 0,-2-1 3 16,1 1-6-16,0 1-3 0,1-1-2 0,-1 0 12 15,-1-2-9-15,-1-1 6 0,0 0-14 0,-2-3 3 16,0-1-2-16,-1-1 2 16,-2-5-1-16,-1-2 15 0,-3 0-13 0,-2-3 1 15,0 0 2-15,0 0 6 0,10-11-4 0,-9-3-5 16,-1 6-2-16,0-6 2 0,0-4 12 16,-11-22-4-16,6 17-12 0,-1 1-3 15,-1 1 1-15,1 1 11 0,-1 1-13 0,3-2-4 0,-1 4 3 16,1 2-3-16,1 2-3 15,1 5 4-15,0 3 3 0,2 5-1 0,0 0 8 16,0 0-7-16,7-5-2 0,1 12 2 0,2 0 14 16,1 4-22-16,2-2 9 0,-2 5 0 15,2 0-1-15,1 1-1 0,-1 0 4 0,0 2-1 16,2-2-2-16,-1-1 13 0,-3 0-13 0,3-2-2 16,-1 0 4-16,-3-3 8 0,0-2-9 15,-3-1 0-15,0-4 8 0,-7-2-13 0,0 0 16 16,11-9-12-16,-10-1-4 0,1-4 6 15,-2-1-10-15,0 7 0 0,0-5 0 0,0-4 4 16,-12-19-1-16,8 16 7 0,-1 3-2 16,2 1 4-16,1 1-14 0,1 2 16 0,0 4-23 15,1 9 8-15,0-5 2 0,0 5-6 16,0-6 2-16,11 1 1 0,-8 7 5 16,1 0 2-16,6 3 6 0,0 2-9 0,2-1 4 15,0 1 8-15,0-1-14 0,1 1 3 0,2 0-2 16,1-2 6-16,-3 0 5 0,3-3-6 15,-3-1 1-15,-6-1-4 0,2 0 15 16,9-9-13-16,-8-1-2 0,-2 1 4 0,-2-3 0 0,0 2 1 16,-2-4-3-16,-1-3 7 15,-3 2 1-15,0 9-8 0,0-2 13 0,0 0-10 16,0 0 3-16,0 2 1 0,0 6 1 0,0 0-1 16,0-7 5-16,5 20 13 0,1 3-17 15,2 2 6-15,2 1 4 0,0 4-2 0,3 3 21 16,1 3-16-16,1 6 4 0,4 2 2 0,-1 5 1 15,3 4-5-15,5 5 13 0,-3-1-17 16,0-2 5-16,1-3 4 0,-1-1 2 16,-4-4 18-16,1-4 0 0,-4-5 5 0,-5-5 7 15,4-2-5-15,-2-3 48 0,-3-7-14 16,-3-1-12-16,-4-11-12 0,-3-2 1 0,-6-10-7 16,-4-7-7-16,-1-4 0 0,-5-6-7 0,-2-7-15 15,-6-6-1-15,-1-6-14 0,-12-12-1 16,-1-4-34-16,0-5-41 0,0-1 9 15,4 3 3-15,3-1 18 0,3 7-9 0,3 2 1 16,5 2 5-16,4 7 2 0,4 5 21 0,5 3-22 16,1 8 5-16,5 4 4 0,1 15 8 15,7-17 11-15,2 18-13 0,1 6 2 0,2 9 0 16,0 7 23-16,0 2-7 0,-1 8-11 16,-1 7-3-16,1 2 3 0,-1 3 4 0,0 2 1 15,-3-1 15-15,0-2-27 0,-4 0-14 16,2-1-14-16,-2-4-21 0,0-3-12 0,-3 1-27 15,0-4-67-15,0-13 16 0,0 2-187 16,-11 6-58-16,8-13 42 0,0-1 21 0,0-2 15 16,2-2 12-16,1-2 51 0,0 0-1 0,3-6 4 15</inkml:trace>
  <inkml:trace contextRef="#ctx0" brushRef="#br0" timeOffset="22119.09">2137 11162 395 0,'3'-6'207'0,"0"-1"-26"0,-2 1-5 16,1 1-15-16,-2-2-25 0,0 0 5 0,0-3-8 16,-10-13-1-16,3 9-8 0,3 2-7 15,-2 2-10-15,-2 0-8 0,2 1 5 0,2 3-5 16,-2 2-11-16,3-1-13 0,-1 4-1 16,3 1-11-16,1 0-5 0,0 0-9 0,-6 9-2 15,6-5-12-15,0 9-3 0,0 2 0 0,0-7-5 16,0 5-6-16,14 16 6 0,-8-12-5 15,2 1 7-15,2-3-13 0,1-1 2 16,2-1-2-16,0-2-3 0,-2-3-4 0,3 2 1 16,0-6 3-16,-4-4-4 0,-10 0 2 0,21-8-1 15,-11-5 1-15,-3 1-7 0,3-3 2 16,-6-2 4-16,-1-1-4 0,0-1-3 0,-3 1 5 16,0 7-8-16,0-3 0 0,-13-18-1 15,5 14-8-15,-5 1 2 0,2 2-8 16,-3 0 8-16,-2 1 3 0,2 4-4 0,-3 0 0 0,-1 3-1 15,2 3 3-15,2 4-4 0,6 0 5 16,-9 11 4-16,8-1-5 0,4 2 0 16,-1 0 1-16,3 5-3 0,3-1 5 0,0-7 7 15,0 7-4-15,12 18 2 0,-5-15 3 16,2-3-2-16,3-2 0 0,0 1 4 16,1-1-7-16,1-4 2 0,3 0 4 0,0 0-6 15,0-7 2-15,0 1-1 0,-3-4 2 0,-7 0 5 16,3 0-5-16,11-16-2 0,-10 8 0 15,-2-5 8-15,-2-4-9 0,-3 2 0 0,-1-4 0 16,-3 0 5-16,0 9-6 0,0-7 2 0,0-2-2 16,0-2 1-16,-9-19 2 0,8 22-4 15,-2 4 2-15,2 1 3 0,-1 5-6 16,2 8 13-16,0-6-5 0,0 6 1 0,0 0 9 16,6-6-1-16,-5 10 2 0,9 6-2 15,0 3 10-15,-3 1-12 0,3-1 4 0,-2 1 1 16,2 4 1-16,0-3 7 0,0 2-6 0,-1-2 11 15,-1-2-14-15,0-2 1 0,1-1-1 16,-2-1 10-16,-3-2-4 0,2-4-12 16,-2-3 1-16,-4 0-3 0,0 0 9 0,10-7-13 15,-6-4 13-15,0-3-11 0,1-1 5 0,-4-5-11 16,-1-4 14-16,0 0-21 0,0 13 4 16,0-8 1-16,0-2-1 0,0 2 13 0,0 0-17 15,0 0 5-15,0 7-6 0,0 0 1 16,8-5 5-16,-6 15-2 0,-1 0 8 15,2 4-5-15,1 0 3 0,5 9-3 0,-1 0 11 16,2 3 17-16,1-1-5 0,2 2 8 0,-2 0 0 16,2-1-7-16,1-2 6 0,2 2 28 15,-1-3-29-15,2-1-3 0,-1-2-8 0,-1-3 3 16,-1-1-1-16,-3-4 1 0,-4 0-15 0,12-9 11 16,-11-1-6-16,1-4 1 15,-4-2-1-15,0 0 7 0,-1-2 13 0,-4-2-33 16,0 10 8-16,0-4-1 0,-13-20 3 15,6 16-13-15,-6-2 9 0,-1-1-11 16,3 2 0-16,-2 2 4 0,1 2 6 0,0 1-14 16,3 1 3-16,-1 3 4 0,1 3-2 0,4 3 21 15,2 2-28-15,3 2 7 0,-2 4 1 16,5-1 0-16,4 7 25 0,0-1-24 0,3 4 25 16,0-1-34-16,1 2 9 0,3-1 0 0,-2 1 18 15,0-2-19-15,2 2 3 0,0-2-2 16,3-1 4-16,-3 0 2 0,3-3 4 15,-4-1 11-15,-2-1-17 0,1-1 2 0,-2-1 4 0,-3-2 21 16,-2-2 1-16,1 0-4 0,-6 0-23 16,5-6 7-16,1-5-8 0,-4-2-7 15,0-2 10-15,-2-1-2 0,0 7 24 0,0-5-36 16,0-5 10-16,0 0 0 0,0-1 14 0,-8-20-16 16,6 21-1-16,2 3 22 15,-1 3-35-15,1 1 10 0,0 12 1 0,0-7 12 16,0 1-18-16,0 6 7 0,11-5 3 0,-9 5-2 15,2 3 0-15,4 4 4 0,2 0-1 16,-1 3 8-16,-1 0-10 0,1 1 4 0,-1 0 0 16,1 0 1-16,-2-2 21 0,1-2-32 15,-1 1 5-15,2-1 6 0,-4-3 3 0,-1-1 1 16,-1-3 22-16,-3 0-32 0,0 0 8 16,13-11-1-16,-9 0 2 0,0-3 0 0,-1-1-4 15,-1-1 2-15,-1-5-8 0,0 1-2 16,2-1 1-16,-3 2 12 0,4 0-15 0,-3 3 1 15,1 2 1-15,1 2 0 0,1 1 18 0,-2 5-4 16,1 3-14-16,-3 3-4 0,0 0 13 16,19 6 25-16,-8 1-17 0,0 1 23 0,0-1-24 15,-2 2 8-15,1-2 2 0,2-1 6 16,0-2-4-16,-2 0-1 0,0-4-2 16,-10 0 17-16,10 0 5 0,9-11-7 0,-11 2 6 15,-1-2-5-15,-4-1-1 0,-3-2-4 0,0 6-21 16,0-8 1-16,-13-15 7 0,2 6-8 15,-3 0 4-15,-1-6-2 0,-3 1-3 0,-2-3 16 16,-1-2-16-16,0 1-6 0,-1-1-2 16,0 2 4-16,1 4-4 0,4 4 9 0,2 4 0 15,1 3-23-15,3 2 13 0,2 7 0 16,3 4 13-16,6 5 18 0,-2 6 7 0,6 11 2 16,3 1 12-16,3 5 6 0,4 5 25 0,5 10-6 15,1 1 2-15,4 4 2 0,2 0-12 16,2 1-6-16,1-4-15 0,0 0 3 15,-1-3 2-15,1-5-9 0,-2-3-7 0,-2-4-11 16,3-4-20-16,-1-3-32 0,-3-5-23 16,-1-4 2-16,-3-4-83 0,-3-4-47 0,-11-1-45 15,10-14-68-15,-12 4 31 0,-5-1-215 0,1 5 22 16,-19-17 40-16,1 4 35 16,-5-1 25-16,-5-3 19 0,-4 0 43 0,-3-1 16 15,-2 3 13-15</inkml:trace>
  <inkml:trace contextRef="#ctx0" brushRef="#br0" timeOffset="22304.97">2846 10383 422 0,'-14'8'340'0,"0"2"-54"16,6-5-13-16,6-2-14 0,4-3 16 15,3-4-7-15,9-3-33 0,0-3-5 0,3-4 1 0,7-3-25 16,0-4-22-16,3-2-23 0,1-1-8 16,3-5-25-16,-1 2-20 0,-1-2-13 15,-1 2-153-15,-4 1-54 0,-4 4-87 0,-1 5 19 16,-5 3-248-16,-2 1 52 0,-5 3 16 0,-4 7 27 15,-3 3 21-15,-5 0 37 0,-7 7 21 16,-1 3 11-16,-2 1 13 0,-2 4-13 16</inkml:trace>
  <inkml:trace contextRef="#ctx0" brushRef="#br0" timeOffset="45660.93">6186 7994 275 0,'-5'2'162'0,"0"-2"-28"0,5 0-71 0,-6 0-5 16,-9-8-3-16,8 5-11 15,1 0 8-15,1 0-25 0,-1 1 4 0,1 0-8 16,0-1 20-16,0 2-37 0,2 1 2 0,0-2-19 15,0 2-75-15,3 0-63 0,0 0-73 16,-15 11-8-16</inkml:trace>
  <inkml:trace contextRef="#ctx0" brushRef="#br0" timeOffset="47886.11">7603 7021 497 0,'0'0'269'16,"0"0"-35"-16,0 0-36 0,0 0-4 0,0 0-13 16,0 0-12-16,0 0-12 0,0-6-21 0,-9 1 10 15,8 3-8-15,-2 1-4 0,2 0-1 16,-2-1-18-16,0 1-8 0,0 0-10 0,0 0-5 16,-7-4 8-16,3 3-15 0,2 1-8 15,-1-1-7-15,1 2-3 0,-1-3 8 16,2 3 8-16,-2-1-7 0,2 0 26 0,-2 0-12 15,2 1-9-15,0-1-17 0,-1 1-1 0,0 0 3 16,1-1-6-16,-9 1 3 0,2 0-12 16,2 0 3-16,-1-2-9 0,3 1-1 0,0 1-5 15,7 0-6-15,-7 0 6 0,-3 0-3 16,-1 0-6-16,1 0-11 0,-10 9 13 16,8-4-5-16,2-4-5 0,-3 3-3 0,2 0 6 15,0-1-5-15,-1 1 0 0,1 1-3 0,0 0 11 16,1-1-9-16,3-1-1 0,-2-1-3 15,-3 3 8-15,2 0-5 0,0 0-4 0,-1 1 2 16,1-1 2-16,-1 1-5 0,1-1 2 16,0-1-3-16,0 1-6 0,2 2-3 0,-2-2 10 15,0 1-8-15,3-1 5 0,-3 3-5 16,3-2 1-16,-2 2 0 0,1 1 1 0,1-5-4 16,0 4 1-16,3-2 0 0,-2-1-1 0,0 3 5 15,1 0-3-15,2-1-4 0,0-1-3 16,-1 3 12-16,0-1-2 0,2-1-2 0,1 1 6 15,-2-2-3-15,2 5 1 0,-2 1 1 16,0 0 0-16,2-1 2 0,-1 2 7 0,1 0-1 16,1-7-6-16,0 1 2 0,0 2 0 0,0-1 8 15,0-1-4-15,0 0-3 0,0 4 2 16,0-1 2-16,0 2 2 0,10 11-2 16,-6-11 7-16,-1 0 1 0,1 0-5 15,-1 0-1-15,2-1-4 0,-2-2 1 0,3 0 3 16,-2 1-4-16,2-2 0 0,1 1 5 15,0 1-3-15,-3-2 2 0,6 1-1 0,-3 2 2 16,0-4 0-16,1 1-1 0,1 3-1 0,-2-3-12 16,3 1 13-16,0-2-2 0,-2 4-4 15,2-3 0-15,0 0-4 0,-2 1 2 0,2-1-2 16,-1-1-3-16,2-1-5 0,-1 1 7 0,0-1 8 16,-1 0-1-16,3 2-2 0,-1-1 2 15,2-1 7-15,-2 1-4 0,3-3-6 0,0 1 8 16,-1-1-1-16,1-1 0 0,1 1-5 15,1-1 10-15,1 0-9 0,0-2 6 0,0 0 8 16,1 1-10-16,-1 0 4 0,0-1 2 0,3-1 2 16,-2 1-4-16,-8-1-2 0,5 0 16 15,2 0-18-15,1 0 1 0,1 0 3 0,1 0 2 16,19-9-2-16,-21 6 16 16,2 0-20-16,-2 0 4 0,-1-2 1 0,0 2-3 0,2-2 7 15,-1 1-1-15,0 0-9 0,-1-1 16 16,1 3-25-16,1-4 11 0,-1 2-7 15,-1 2 3-15,3-3-4 0,-3 0 29 0,0 1-5 16,-1 0-3-16,3-1-11 0,-1 2 2 0,-2-2-7 16,2 0 0-16,0-1 4 0,-4 3 6 15,3-2-4-15,-1 2-1 0,-4 0-13 0,1-4 14 16,-2 3-5-16,1-1 2 0,-1 0 6 0,-3 2 0 16,2-2-9-16,0-1 8 15,-1-1-1-15,-2 4-1 0,-1 0-2 0,3-5 2 16,0 1-2-16,-3 1-4 0,0 2 0 0,-1-2 1 15,2 0 0-15,0-3-8 0,1 1 4 16,-2 2-6-16,1-1 1 0,1-1 2 0,-2 2-5 16,0-2 4-16,-2 1-3 0,-1 1 3 0,-1 0-3 15,3-4-1-15,-2 2-1 0,-1-5 5 16,1 2 2-16,-3 5-7 0,0-1 4 16,0-4-1-16,0-1 0 0,-8-14-2 0,6 13-2 15,-1-1 0-15,-1 1 1 0,-3-3-6 16,1-1 5-16,0 3 1 0,-2 0-8 0,0-1 3 15,-2 0 2-15,1 2-4 0,-1-3-1 16,-1 4 1-16,0 0-3 0,-2 0 4 0,0 0-7 16,-2 2 3-16,1-2 6 0,-1 1-2 15,-2 1-3-15,0 1 0 0,0 1 3 0,4 0-2 16,-5 0 1-16,2 3-2 0,1-3 5 0,-5 2-12 16,0 1 3-16,1 0 7 0,-1 2-4 15,0-1 3-15,1 1-4 0,0 0 3 0,-2 2-3 16,1-1 3-16,-1 1 1 0,4-1-3 15,-4 0 1-15,-1 2 1 0,0-1-2 16,0-1 4-16,2 2-3 0,-1 0 4 0,-3-2-7 16,6 1 6-16,-2 0-3 0,0 1 0 15,2 0 5-15,8 0-8 0,-4 0-3 0,-3 0 4 16,0 0 10-16,-1 0-9 0,0 0 1 0,-1 0 1 16,1 4-4-16,-19 4 5 0,19-5-1 15,0 0-3-15,-4 2 1 0,3 0 1 16,-1 1-1-16,0-2 1 0,-1 2-2 0,1-1-3 15,1 1-2-15,2-1-1 0,0-1-17 0,4 1-6 16,2 0 2-16,2-3-76 0,1 1-31 16,1-3-23-16,0 3-22 0,0-2-19 0,3 0 20 15,-1 0-113-15,0-1-37 0,2 0-45 0,0 1 33 16,2 0-229-16,-2 1 46 0,3-1 44 16,-3 1 31-16,3-1 28 0,0-1 57 0,0 0 25 15,0 0 23-15,15 12 20 0,-3-6 16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14:47:35.04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6921 4717 386 0,'7'-9'184'16,"-7"7"-30"-16,1 0-2 0,0 1-17 15,-1 1-10-15,2 0-1 0,-2 0-12 16,0 1 1-16,0 1-2 0,-2 0 0 0,2-2-3 16,0 1-6-16,0 1-10 0,-1 1-17 0,0-1 6 15,-1-1-11-15,-3 10-2 0,2-1-13 16,-3 0-6-16,0 0-8 0,1 1-1 0,1-1 1 15,-2 2-9-15,2-1-2 0,-2-2-12 0,2 0 5 16,1 0-6-16,-1-1 4 0,1-1-9 16,2-2 4-16,-2 0 2 0,3 0-5 15,-2-3 2-15,0 1-12 0,1 0 8 0,1 0 8 16,0-3-1-16,0 0 1 0,15 9-1 16,-4-5-3-16,2-2 4 0,3 1-5 0,3-3 0 15,-9 0-3-15,5 0 1 0,3 0 1 0,2 0-15 16,23-11 15-16,-22 4-15 0,-3 1 13 15,2 0-4-15,-2-3-1 0,-1 0-9 16,0-1 8-16,-4 1 2 0,-1-2-1 0,0 3 0 16,-5-5-11-16,0 2 11 0,-2 1 5 0,-2-1-8 15,0 1 2-15,-3 10-11 0,0-8 10 16,0-2 3-16,-13-9-3 0,8 9-9 0,-2 1-1 16,2 3 2-16,1 1 13 0,0 2-4 15,1-1 2-15,2 3 1 0,-2-1-1 16,1 0-2-16,1 0-1 0,0 2-2 0,1 0 7 15,0 0-6-15,-2 7-8 0,4-3 8 0,3 9 4 16,4 3-2-16,1 1-1 0,-2 1-2 16,2 0 7-16,-2-1-5 0,1 1-2 15,1-2 2-15,-3 0 2 0,-3 0-5 0,2 1 2 16,-2-3 0-16,-3 2-7 0,-1-9-29 16,0 4-51-16,0 0 9 0,0-1-243 0,-11 14-14 15,7-16 21-15,-1-4 31 0,0-1 13 0,1-2 34 16,-1 0 16-16,1-4-2 0,-6-3 30 15,2-4 8-15</inkml:trace>
  <inkml:trace contextRef="#ctx0" brushRef="#br0" timeOffset="2175.4">7381 4970 282 0,'-2'-10'317'0,"-3"4"-40"0,4 1-45 16,-2 0-19-16,2 0-21 0,-1 1-24 0,1 2-20 15,1 0-15-15,-1 1-11 0,1 1-14 16,0 0-12-16,0 0-8 0,0 0-10 0,-2 8-6 16,2-4-11-16,0 0-14 0,0 2 11 15,0 7-9-15,0-7-8 0,0 2-4 16,0-1-2-16,0 0-7 0,0-1 7 0,0-2 13 16,0-4 9-16,0 6-2 0,0-6-9 0,0 0-1 15,3 4-4-15,-3-8 3 0,3-10-17 16,-2-2-2-16,2-3 0 0,-2-2-2 0,1-3-4 15,-1 2 0-15,-1 11-3 0,0-7-1 16,0-4-3-16,-8-22-3 0,6 24 2 0,1 1 0 16,1 6 2-16,-3-1-6 0,3 4-1 15,0 4-5-15,0 1-1 0,0 5 10 0,0 0-9 16,4-3 0-16,-2 6 0 0,2 0 2 16,-4 0 8-16,6 8-13 0,-4 0 4 0,3-2-5 15,-1-1 2-15,-4 0-2 0,3-6 4 0,-3 3 3 16,1-1-3-16,2-1-2 0,-3-2 3 15,0 1 1-15,0 0 2 0,1-2-5 0,-1 0 5 16,2-2 0-16,-2-1-2 0,0 2-2 16,-2-2 7-16,2 0-11 0,-1-2 5 15,1 1-1-15,-3-7 2 0,3 11 2 16,0-10-8-16,-3-1 1 0,2 8 2 0,1-2-2 0,-3 3 3 16,3-1 0-16,0 3-4 0,-1 0 1 15,1 3 1-15,-2 1 1 0,2 1-3 0,0 12 3 16,0-9-3-16,0 7 4 0,0 2-3 15,0 4 1-15,0-1 3 0,0 4-3 0,10 20 0 16,-6-24 4-16,2-1-1 0,0 1 0 16,-1-1 6-16,1-3-10 0,1-3 2 0,1-2 2 15,-1-4-4-15,3 0 4 0,-1-4 3 16,-9-3-4-16,7 0 8 0,13-10-12 16,-9 2 5-16,-1-2 0 0,1-2 0 0,-4-2-1 15,1-2-2-15,0 0 3 0,0-2-2 0,-4 0 7 16,-1-1-11-16,3 0 3 0,-2 3 0 15,-3 2 3-15,1 1-4 0,-1 4 2 0,1 1 0 16,-1 3 9-16,-1 2-10 0,0 3-1 16,0 0 1-16,0-3 3 0,0 7 5 15,0 1-10-15,0 0 2 0,0 11 2 0,0-8-3 16,0 4-1-16,0 2 4 0,0 0 1 0,0 0-1 16,7 16-4-16,-3-17 4 0,0-2 1 15,2-4-6-15,-2-1 16 0,1-4-5 0,0-2-10 16,-5 0 4-16,7 0 9 0,9-11-12 15,-8 1-1-15,1-1 0 0,-4-3 4 16,1-2-2-16,-2 0-1 0,0-3 13 0,-2 1-10 16,-2 10 4-16,0-3 2 0,0-4 3 0,-13-13 1 15,6 14-2-15,1 3-3 0,-2 0 11 16,-2 0-12-16,0 5-2 0,0 0 6 0,2 2-7 16,1 1 0-16,0 3-1 0,7 0 0 15,-6 0 2-15,-2 0-4 0,-8 13 5 0,9-3 3 16,3 2-8-16,0 1 1 0,2 1 6 15,2-5 3-15,0 1 3 0,0 2-14 0,14 15-2 16,-8-13 1-16,4-3 4 0,0-1-2 0,1-1 11 16,0-2-15-16,2-4 3 0,0 1 2 15,-8-4 4-15,5 0 2 0,0 0-7 16,17-12 0-16,-14 6-1 0,-2-4 0 0,0 1 7 16,2-5-7-16,-2 2 2 0,-1-2 4 0,-2 1 7 15,1 0-15-15,-2 0 1 0,0 1 3 16,-3 0 1-16,0 3 8 0,-4 2-13 0,3 1 6 15,0 2 0-15,-2 2 3 0,-1-2-4 16,2 2 13-16,-1 2-17 0,-1 0 2 16,0 0 3-16,0 0 0 0,0 0 1 0,3 12-6 0,-2-9 6 15,2 12-6-15,0-4 11 0,0 5-7 16,1 0-1-16,0-2 5 0,1 0-7 0,-1-1 4 16,1 0-2-16,1-2-2 0,1-3 13 15,-3-1-13-15,1-2 3 0,-1-3 2 16,1 0 4-16,1-2 5 0,-6 0 0 0,7 0-14 15,10-11-2-15,-7 5 16 0,0-1-17 16,0-6 0-16,-2 0 1 0,1 2-1 16,-1 0 6-16,-2 2 3 0,-1-2 8 0,1 6-19 0,-2 0 3 15,-2 2 2-15,-1-1-2 0,0 1 4 16,2 2-7-16,-3 1 6 0,0 0-6 16,0 0 6-16,6 9 2 0,-2 1-4 0,-1 3-1 15,0-5-1-15,1 3 7 0,0-3-2 16,-1-4 11-16,1 2-16 0,-2-3 3 0,0 1 17 15,1-3-13-15,0-1-2 0,-3 0 0 16,0 0-2-16,0 0 13 0,11-7-17 0,-1-3 3 16,-4 0 3-16,-2-3 0 0,-1 0 9 0,2 2-12 15,-3 1 13-15,-1 2-17 0,-1 8 13 16,0-5-12-16,0 5 2 0,0 0 4 0,6-8-4 16,-5 11 5-16,5 7 3 0,1 8 5 15,0 4 7-15,0 7 23 0,0 4-28 0,-2 4 9 16,0 4 0-16,1 4 5 0,-1 0-4 15,1 3-11-15,-1-2-5 0,0 0 13 0,-1-3-2 16,0-2 42-16,0-4 12 0,-1-3 7 16,2-7-3-16,-3-1 23 0,1-4 7 0,2-1 8 15,-3-7 0-15,0-8-15 0,0-3-10 16,-3-7-11-16,1-12-6 0,0 6-17 16,0-7 3-16,-9-28-3 0,3 12-10 0,-1-9-7 15,0-6-12-15,-2-6-4 0,-1-5-1 0,2 0-3 16,1 0-8-16,2 5 0 0,4 1-6 15,1 28-2-15,0-7-6 0,9-41-5 0,-3 40 7 16,2 3-7-16,0 4 5 0,2 4-7 0,0 6-2 16,1 2-5-16,0 6 1 0,-2 6 2 15,-9 2 0-15,5 0 4 0,5 16 1 16,-7-2 1-16,-3 5-1 0,0-7-5 0,0 4-13 16,-11 27-18-16,5-16 5 0,-4 3-56 15,1-1-14-15,-1-4-18 0,1-3-8 0,-1-2-14 16,0-4-18-16,1 0-31 0,0-3 15 0,1-5-126 15,2-4-78-15,3-3 10 0,3-1 28 16,0 0 30-16,-3-7 22 0,3 3 23 16,3 0 17-16</inkml:trace>
  <inkml:trace contextRef="#ctx0" brushRef="#br0" timeOffset="3565.31">8222 4826 348 0,'12'-10'232'0,"-2"2"-3"0,-1 0-21 15,0-1 1-15,0 1-7 0,-1 1-12 16,-3 1-4-16,3-2-12 0,-2 3-1 15,-3-1-30-15,1 1-7 0,-3 0-8 0,2 0-8 16,-3-1-1-16,1 3-25 0,-1-3-2 0,0 2-8 16,0 4-9-16,0 0 8 0,0-7 0 15,0 3 6-15,0 4-15 0,0-6-24 0,0 6 0 16,0-5-2-16,0 5-4 0,-8-6 13 16,6 7-35-16,-1-1 8 0,-2 11 7 0,-1-3-19 15,2 4 7-15,1 2-6 0,0 2 11 16,2-1-13-16,1 2-12 0,0 2 8 15,0-11-1-15,0 5 12 0,0 3-13 0,12 13 0 16,-4-17-3-16,0-1 20 0,2-2-7 0,-2-2-16 16,2-5-2-16,-4-1 13 0,-6-1-18 0,7 0 6 15,11-6-4-15,-8-5-3 16,-1-1 3-16,-1-1 4 0,-1-2 2 0,0 1 4 16,-2-4 5-16,-2 0-15 0,-3 1-3 0,0 9 16 15,0-5-19-15,-9-17 7 0,3 15-4 16,0 3 5-16,2-2 27 0,-2 4-33 0,1-1-3 15,0 4 4-15,2 3 1 0,0 0 0 0,0 4 4 16,-1 0-7-16,4 0 4 0,0 0-4 16,-9 8 6-16,8 5 21 0,-1 1-14 15,1 2-15-15,1-2 4 0,0 4 3 0,0-8-3 16,9 20 14-16,-1-13-1 0,-2-1-15 16,1-1 4-16,2-3 0 0,1 0 18 0,-1-1-2 15,-1-4-25-15,2-1 6 0,-1-3 1 16,-9-3 0-16,7 0 8 0,-2 0-10 0,14-14 2 15,-9 1-1-15,-1 1 12 0,0-2 0 16,-2 0-12-16,-1-4 2 0,-2 1-9 0,-1-1 23 16,-1 1-21-16,0 1 4 0,-1-1 2 15,0 3 1-15,0 5 17 0,-1 1-22 0,0 2 28 16,2 2-26-16,-2 0-2 0,0 2 10 16,0 2-13-16,0 0 5 0,0 0 2 0,0 0 13 15,0 0-14-15,1 10-5 0,3 6 8 16,-1-2-1-16,1 1 10 0,-1 2-11 0,0-4-1 15,1 4 6-15,-1-1-3 0,3-1 13 16,0-1 3-16,-2-2-18 0,2-1-5 0,1 0 9 16,-2-3 2-16,3-1-3 0,-3-2 11 15,0-3-14-15,-5-2 1 0,5 0 4 0,1 0-2 16,9-15 21-16,-8 4-30 0,-1-2 9 16,0-1-2-16,-1-2 2 0,-1 0 2 0,1 0-14 15,0 0 8-15,-2 0 5 0,0 0 8 0,0 5-3 16,-2 1-12-16,0 1 4 0,0 2-6 15,-1 3 4-15,2-1 2 0,-2 2 10 16,0 1-1-16,0 2-12 0,0 0-2 0,0 0 3 16,0 0 12-16,3 10-19 0,-3-7 10 0,2 11-4 15,0 1 2-15,0 0 6 0,1 1-1 16,1-1 1-16,0-2-11 0,1 1 9 16,1-1 0-16,1-2 15 0,0-2-26 0,-1-3 10 15,1-3 8-15,0 0-12 0,-1-3 4 16,-6 0 1-16,5 0 0 0,12-11 0 0,-7 1-4 15,0 0 1-15,-1-2 2 0,-1-1 19 0,-2-2-29 16,-1-3 10-16,-2-1 10 0,-1 1-15 16,0 1 4-16,-1-1 11 0,0 1-14 0,-1 4 15 15,1 3-20-15,-1 10 8 0,0-8-6 16,0 1 1-16,0 2 1 0,0 5 20 16,0 0-28-16,-3-4 11 0,3 5-1 0,0 2-1 15,-1 1-5-15,1-1 6 0,0 12 2 0,0-9-2 16,0 5 17-16,0 3-16 0,0 2 2 15,0 0 11-15,8 16-11 0,-6-16-1 0,1-2-1 16,1-4 2-16,1 0 19 0,-2-3-27 16,1 0 10-16,-1-4-3 0,0 0 3 15,2-3 1-15,-5 0 0 0,6 0 6 0,8-14-9 16,-6 5 1-16,-1-1-1 0,1-3-8 0,-2 0 11 16,-2-3-2-16,0 1-1 0,0-5 1 15,-1 3 8-15,1 0 11 0,-2 2-24 16,1 3-1-16,-2 1-1 0,0 5 6 0,0 0-13 0,1 2 5 15,0 1 0-15,0 3 5 0,-2 0 2 16,0 0-3-16,6 7 23 0,0 4-30 16,0 0 9-16,3 0-1 0,-2 0 2 0,0 2 3 15,2-2-7-15,-1 0 5 0,1-1 0 0,1-1 16 16,-1-3-21-16,1-2 20 0,-2-4 4 16,-8 0 1-16,9 0 2 0,9-14-18 0,-8 5 12 15,-3-4-3-15,0-2-3 0,-1-1-1 16,-4-6-1-16,0-1-7 0,-2-1 2 15,0 10 1-15,0-8-1 0,-10-36 5 0,3 23-2 16,-1-3 1-16,0 1-10 0,0 0-1 16,1 7 10-16,1 3-9 0,0 5 1 0,0 2 16 15,3 3-26-15,0 9 6 0,-1 5-8 16,4 3 9-16,0 0 9 0,-1 17-11 0,1-6 4 16,0 5 8-16,0 7 0 0,10 39-4 15,-6-22 9-15,0 0 0 0,2 1 14 0,2-2 0 16,-1-1-4-16,2-6 0 0,1 1-11 0,0-4 0 15,1-4-49-15,1-4-44 0,-2-5-25 16,2 0-36-16,-2-6-50 0,-1-4 18 0,-3-3-229 16,-3-3 18-16,-3 0 35 0,1-7 22 15,-6-3 26-15,-3-1 39 0,-3-4 8 16,-6-1 13-16,0-3 35 0,-4 0 8 0</inkml:trace>
  <inkml:trace contextRef="#ctx0" brushRef="#br0" timeOffset="3766.72">8869 4505 257 0,'0'0'263'0,"0"0"-21"0,10-1-11 0,12-1-1 16,-2-3-18-16,5 0-1 0,1 1-20 15,3-2-15-15,2 0-17 0,-2-1-11 0,2-2-3 16,0 3-11-16,-1 0-13 0,-3 1-14 16,-3 0-13-16,0 2-19 0,-3-2-44 0,-4 2-52 15,-8 3-85-15,-9 0 11 0,6 0-261 16,-6 0 28-16,6 8 20 0,-9-6 45 0,0 2 16 15,-7 2 29-15,3 2 7 0,3-1 20 16,-2-2 2-16,3-1 12 0</inkml:trace>
  <inkml:trace contextRef="#ctx0" brushRef="#br0" timeOffset="5124.87">9573 4389 360 0,'-2'-7'344'0,"2"3"-55"0,-1-1-28 0,0 1-22 16,1 1-33-16,0 0-23 0,-3 1-19 0,3 1-23 15,-2 0-10-15,2 2-18 0,-1 2-11 16,-2 10-10-16,0 1-10 0,3 4 4 16,0 1-23-16,0-10-3 0,0 7-3 0,0 3-8 15,0 1-11-15,9 21 8 0,-6-20-10 0,2-5 7 16,-1 1-13-16,1-4-3 0,0 0 0 16,1-3-5-16,0 0 1 0,1-6 0 15,-3-1 0-15,0-3 1 0,-4 0-7 0,6 0-3 16,-2 0 2-16,9-17-8 0,-5 4 3 15,2 0-2-15,-2 0-1 0,-2-6-4 0,0 2-3 16,-1-3 3-16,0 1 0 0,-3-3-7 0,0 1 11 16,1 0-5-16,-1 2 6 0,3 2-9 15,-5 4 4-15,1 2-1 0,1 3-2 0,-1 1-5 16,0 3 4-16,1 1 0 0,-2 3 0 16,0 0 3-16,0 0-6 0,0 0 5 15,11 18-7-15,-8-5 6 0,2 1-1 0,0 0 3 16,-1 0-1-16,2 2 9 0,-2-2-13 0,0 2 4 15,2-3 6-15,-1 1-14 0,0-3 12 16,-1 0-2-16,1-2-7 0,1-3 7 16,-3-2-3-16,1 0-5 0,0-4 11 0,-4 0-5 15,0 0-3-15,6 0 7 0,-6 0 2 0,17-16-11 16,-9 5 2-16,-2-2 0 0,0 2-1 16,-2-5 1-16,-1 2 10 0,-2-4-16 0,-1 1 6 15,1 1 1-15,-1 8-2 0,0-4-4 0,0 1 4 16,0 1 7-16,0 1-11 15,0 3 4-15,0 0-3 0,0 6-4 0,0-5 10 16,0 1 0-16,0 6-4 0,0 1 11 0,3 8-1 16,0 3-9-16,0-1 2 0,0 1 2 15,1 1-4-15,2-2 11 0,-1 0-10 0,2-2 0 16,2 2 1-16,1-4-1 0,0-4 2 0,1 0 1 16,3-4-1-16,-7-1 6 15,4 0-10-15,15-8 3 0,-12 2-1 0,0-4-3 16,-2 1 9-16,-2-3-2 0,0-2-7 0,0-2 4 15,-1 2 8-15,-5-7-11 0,1-1 1 16,-2-2-1-16,0 0 12 0,-3-1-14 0,0 14 0 16,0-8 4-16,-10-25-4 0,7 15 6 15,-5 4-6-15,4-2 3 0,1 1 0 0,-3 5 4 16,2 2 16-16,1-1-8 0,2 3-2 16,-1 3 3-16,1 1 4 0,-2 4-11 0,2 3 1 15,-1 3 4-15,1 2 9 0,1 1-16 0,0 8 3 16,1 5 3-16,2 3-5 0,-3-8 1 15,0 5 0-15,6 23-2 0,-2-15 0 0,0 1 4 16,2-1 1-16,-3 3-6 0,2 3 0 16,2 0 4-16,-1 1 12 0,0-2-17 0,-1-1 9 15,2 0-5-15,0-1 3 0,-1-3-2 16,1-2 3-16,0 0-3 0,3-3-4 0,0-2 18 16,0-3-12-16,1-4 4 0,2-2 9 15,-4-5 3-15,-3 0-11 0,4 0-12 0,11-12 4 16,-8 0-2-16,-2-1 10 0,0-3-12 0,-2-6 3 15,-2 0 7-15,-1-4-14 0,-4-1 4 16,1-5-2-16,0-3 10 0,-3 16 3 0,0-9-15 16,-11-39 6-16,6 28-3 0,-2-2 8 15,-1-3-9-15,1 3 5 0,-2 4-8 0,2 3 5 16,2 4 12-16,-1 5-11 16,2 2 8-16,0 2-18 0,-2 7 7 0,3 5 0 0,3 6-2 15,0 9 4-15,2 8 10 16,-2-3-12-16,8 21 1 0,-4-3-7 0,3 4 8 15,-1 4 20-15,0 6-22 0,-4 0 8 0,4 1-4 16,0 0 7-16,-1-3-2 0,2-2-2 16,0-2-3-16,-1-3 0 0,4-3-29 0,-3-4-32 15,0-3-20-15,-1-3-23 0,1-4-38 0,1-1 11 16,-2-3-161-16,-3-9-91 0,-3-1 44 16,0-3 26-16,0 0 18 0,-9-2 19 0,-2-2 24 15,-3-1 32-15,-2-2 6 0,-1-1 6 16,-1 1 3-16</inkml:trace>
  <inkml:trace contextRef="#ctx0" brushRef="#br0" timeOffset="5425.79">9897 4357 214 0,'1'-2'323'16,"1"-1"-21"-16,-2 3-38 0,0 0-46 0,0 0-9 16,1-8-18-16,1 6-23 0,-2 0-23 15,1 1-12-15,-1 0-11 0,2 2-14 0,-1 0-10 16,5 9-10-16,-1 1-5 0,1 2-17 16,1 3 6-16,-3 2-16 0,2 1 1 0,-1-1-9 15,0 2 0-15,0-4-14 0,1 1-3 0,-2 0 3 16,0-5-62-16,-2-4-29 0,-1-2-70 15,1-3 13-15,-2-2-237 0,0-1 23 0,0 0 43 16,0-8 13-16,-6 0 12 0,3-6 21 16,-5-1 22-16,-1-1 11 0,-1-3 14 15,-1 1-10-15</inkml:trace>
  <inkml:trace contextRef="#ctx0" brushRef="#br0" timeOffset="5562.59">9725 4119 296 0,'-7'-10'268'0,"0"-1"-55"15,0 3-26-15,3 3-31 0,1 2-14 16,1 0-24-16,2 3-13 0,0 0 2 0,0 0-68 16,-2 9-3-16,2-3-312 0,-6 7 15 0,-1 2 24 15,-1-2 20-15,-2 5 6 0,-7 1 8 16</inkml:trace>
  <inkml:trace contextRef="#ctx0" brushRef="#br0" timeOffset="6198.71">7917 5420 264 0,'-3'-7'287'0,"-1"-1"-45"0,1-1-9 0,3 0-3 16,0 0-22-16,0 2-19 0,0-2-8 0,9-11-18 15,-5 10-23-15,1 1-13 0,0 5-12 16,-1 0-16-16,2 2-9 0,-1 2-10 0,1 0-6 15,12 15-5-15,-7-5-11 0,4 4 0 16,-3 1-6-16,-5 1-5 0,2 0-8 0,-1 2-10 16,-4 2 7-16,2-2-1 0,-2 1-1 15,-2-5-6-15,-2 1-6 0,3-3 4 0,-3-2-9 16,0-10-1-16,0 3 3 0,0-3-5 16,0 0 0-16,-8 6-1 0,5-8 0 0,1-2-6 15,-4-9 1-15,1-2-2 0,0-4-7 16,3 0-8-16,-1 0-9 0,1-2-16 0,2 1-14 15,0 10-9-15,0-4-16 0,0 0-13 16,9-16-16-16,-4 18 11 0,1 3-156 0,0 2-78 16,-1 4 9-16,1 1 25 0,-1 1 25 0,-5 1 14 15,0 0 26-15,6 0 5 0,8 11 15 16,-7-6 7-16</inkml:trace>
  <inkml:trace contextRef="#ctx0" brushRef="#br0" timeOffset="7879.09">8186 5405 256 0,'2'0'234'0,"-1"1"-22"16,2 1-21-16,-3-2-23 0,0 0-15 16,0 0-17-16,0 0-14 0,10-9-7 15,-9 6-17-15,5-7-4 0,-3 2 3 0,-2-2-9 16,-1 1-6-16,0 3-19 0,0-3 2 16,0-1-10-16,0 0 1 0,-9-11-8 0,6 14 3 15,1 1-2-15,-1 1-13 0,0 2 6 0,1 0 0 16,0 3-7-16,0-1-10 0,0 2 2 15,0 2 0-15,1-1-3 0,0 1-2 0,2 11-6 16,-1-6 1-16,0 5-7 0,0 1-1 16,0 2 6-16,9 16-10 0,-4-14 5 0,1 0 5 15,1-2 0-15,0-2-4 0,1 0-8 0,0-4 4 16,1-1-1-16,-1-2 4 16,0-3-12-16,1-3 5 0,-3-1 1 0,-6 0 3 15,10 0-2-15,10-14 0 0,-10 7-9 0,1-3 6 16,-2-4 2-16,0 0-6 0,-2-1-4 15,-1 2 10-15,-2-5-9 0,0 2 9 0,-1-1-7 16,-1 1 5-16,1 2 6 0,-2-2-5 16,0 5-3-16,-1 1 3 0,0 4 0 15,1 2-8-15,-1 1-4 0,1 1 14 0,0 0-6 16,0 2 3-16,-1 0 1 0,0 0 0 0,9 12 0 16,-7-4-1-16,4 4 3 0,-3 0-4 15,2 1 0-15,0-2-3 0,-1 2 4 0,1 0 2 16,2-2-4-16,-2 0 1 0,2-3-9 0,-1-3 9 15,0 1 5-15,-1-4-5 0,1-1 3 16,-1-1-5-16,-5 0-1 0,0 0 4 0,18-9 1 16,-9-1-3-16,0-1-1 0,-1-2-2 15,0 0 4-15,0-2 1 0,-1-1-3 16,-2 1-8-16,2-1 6 0,-3 5-1 0,-1-1 4 16,2 1-1-16,-2 4 3 0,-1 1-3 0,1 2 2 15,-1 2-2-15,0 2-8 0,-2 0 14 16,0 0-4-16,7 9-12 0,-1 1 11 0,-2 1 3 15,0 1 0-15,2 0-1 0,1 0 0 0,-2-1-8 16,2-1 12-16,0-1-1 0,2-2-3 16,-3-3 3-16,1-1 4 0,1-3-4 15,-8 0 2-15,5 0-10 0,12-12 9 0,-6 4-5 16,0-3 5-16,0-2-6 0,-1 0 6 0,0-2-3 16,0-4-9-16,-2 1 9 15,0 0-7-15,0 2 6 0,0 0-2 0,-3 2-3 16,1 4 11-16,-1 1-5 0,-1 3-2 0,0 0-1 15,-1 5 1-15,-3 1 3 0,0 0-3 16,0 0-9-16,11 9 9 0,-11-4-5 0,6 6 7 16,-3 1 2-16,0-1-6 0,0 0 7 15,-1 2-3-15,2-2-1 0,-1 1 0 0,-1-3 0 16,-1-2 0-16,-1-2-10 0,0 0 1 0,2-2 5 16,-2 0 17-16,0-1 0 0,2-1-3 15,-2 0-3-15,0-1 0 0,-1-2-1 16,0 0-3-16,-1-1 5 0,1 0-6 0,-4-6 5 15,-2-1-7-15,0-1 1 0,-3 0-2 0,2 0 0 16,0 1 0-16,0 1 1 0,0 2 1 16,4 3-5-16,-2 2-1 0,6 2-7 0,0 0 12 15,-5 0 2-15,5 0-4 0,-14 16-4 0,9-4-6 16,1 3 10-16,1 2 3 16,2 2 0-16,0 2-2 0,1-11-9 0,0 4 10 0,0 3-2 15,9 17 4-15,-6-19-3 0,3-1 0 16,0-4 1-16,0-1-1 0,0-4 2 15,1-4-1-15,0-1-3 0,-7 0 3 0,9 0 2 16,9-13-1-16,-9 2-3 0,-1-2-9 16,0-2 10-16,-1-1 4 0,-3-2-2 0,0-4-2 15,-2-1-1-15,-2 9 3 0,0-4-3 0,0-2-1 16,-10-28 3-16,5 20-5 0,-2 1 1 16,0 1-3-16,2 3 3 0,-2 1 6 0,3 3-6 15,-3 1-3-15,2 3 8 0,1 3-9 16,2 5 1-16,0 3 5 0,-1 4 3 15,3 0 4-15,0 0-3 0,-1 14-3 0,1 2-7 0,0-5 10 16,0 7 0-16,7 22 3 16,-3-13-3-16,0-2-2 0,1 1 1 0,1 0-8 15,1-3 14-15,1 1-1 0,1-1-4 0,0-4 1 16,1-3-2-16,2 0-7 0,0-3 1 16,1-5 15-16,-2-1-4 0,1-4-5 0,-3-3-3 15,-3 0 3-15,9-9-1 0,-5 1 0 0,-1 0-2 16,-2-5-1-16,-2-1 5 15,-1-5-13-15,-1 5 9 0,-3-5-12 0,0 9 11 16,0-5 2-16,0-1-1 0,0 1-9 0,-9-13 0 16,7 19 6-16,2 4 3 0,-2 2 1 15,1 3-10-15,1 1 8 0,0 3 1 0,0 1-8 16,0 9 16-16,0-6-2 0,0 5-5 16,9 20 1-16,-6-12 0 0,2-1 0 0,0-2-8 15,0 1 8-15,4 1 5 0,1-4-14 16,-1-1 10-16,1-2 3 0,1-3-2 0,-1-5-2 15,2-1 1-15,-7-4-10 0,4 0 13 16,13-11-3-16,-11 1-1 0,1-2 0 0,-2-1-3 16,-3-3 4-16,-2-1-1 0,1-2-14 15,-5 1 10-15,0-3 3 0,-1 11-3 0,0-4 3 16,-8-19-4-16,4 18-9 0,0 3 11 0,2 2-3 16,0 5-1-16,0 0 0 0,1 4 2 15,-1 1 1-15,2 1 0 0,-2 2 0 0,0 10 2 16,2-4-3-16,0 0 5 15,0-1-12-15,0 3 13 0,0 0-1 0,0 5-2 0,9 11 1 16,-7-15-11-16,3 0 12 0,-1-2 8 16,2 0-11-16,-2-4 6 0,1-3-11 0,0-1 8 15,-5-2 1-15,0 0-12 0,5 0 6 16,12-13 3-16,-11 5-4 0,1-4-1 0,-1 0-2 16,-2-4-5-16,-3 0 4 0,2-3 5 15,-2 0-4-15,1 1 2 0,-2 10-4 0,0-3 2 16,0-2 3-16,0 2-1 0,0 3-1 15,0 1-9-15,0 7 11 0,1-9 1 16,-1 12 1-16,2 0-5 0,-2 1 6 0,0 2-9 16,2 7 9-16,0 3 5 0,1 0-4 15,-1 0 2-15,1 1-5 0,2 0 4 0,-1 0 5 16,0-1-5-16,0-2 1 0,2 0-15 16,-1 0-41-16,-2-5-50 0,4 0 10 0,-1-3-194 0,0-2-31 15,-1-2 19-15,-5-2 31 16,4 0 8-16,12-9 47 0,-6 2 9 0,0-3 9 15,0-1-5-15,-3 0 4 0</inkml:trace>
  <inkml:trace contextRef="#ctx0" brushRef="#br0" timeOffset="8680.11">9452 5207 421 0,'0'0'255'16,"0"0"-19"-16,0 0-17 0,0 0-13 0,0 0-6 16,0 0-11-16,0 0-21 0,0 0-14 0,0 0-16 15,2 5-16-15,-2-7-12 0,0-1-11 16,2 0-7-16,-2 0-16 0,0-2-8 0,0 0 1 15,1-8-13-15,-1 5 1 0,0-1-13 16,0-4-3-16,0-2 2 0,-10-13-8 0,8 12-4 16,-3 5-3-16,4-2-8 0,0 5 5 15,-4 2-8-15,5 1 0 0,0 5-4 0,0 0-7 16,0 0 8-16,0 0-4 0,-3-7 5 16,2 10-11-16,1 1 5 0,0 1 0 0,1 12-1 15,-1-8-7-15,0 3 10 0,0 7-5 16,0-1-3-16,8 22 3 0,-4-20 2 15,1-1-9-15,0-3 8 0,0 0 3 0,2-4 0 16,0-3 9-16,2-2-11 0,-4-4 1 16,3-2 0-16,-8-1 0 0,8 0 8 0,12-16-11 15,-8 7 3-15,-2-4 8 0,-1-1-10 16,1-2-4-16,-3 0 0 0,0 0 1 0,-3-2-7 0,0-1 13 16,-2 0-7-16,-2 0-3 0,0 9-3 15,0-4 5-15,0 1-4 0,0-2 6 16,0 5-6-16,0 1 3 0,0 2-1 0,0 2 0 15,0 5-2-15,0 0 6 0,0-8-7 0,1 11 2 16,0 0-1-16,4 8 4 0,-3 1-3 16,3 1 2-16,2 1 9 0,-3 0-14 15,0 0 4-15,0-1 3 0,2 0 0 0,0 0-7 16,1-4 6-16,0 0 1 0,-4-2 10 16,2-2-14-16,-1-2 7 0,1-3-4 0,-5 0 0 15,0 0 2-15,7 0-2 0,10-11 3 0,-9 2 5 16,1-3-8-16,-4 1-1 0,1-3-4 15,-2-1 3-15,2-3 0 0,-5 1-1 0,2 1 3 16,0 3-3-16,-3-1 8 0,0 4-11 0,1 3 1 16,1 1 6-16,-2 2-2 0,1 2-2 15,2 1-2-15,-3 1 1 0,0 0 7 0,5 16-7 16,1-5-1-16,0 2 2 0,1 1-5 16,-2 0 8-16,4 3-1 0,-1-4 3 0,1-1-4 15,1-2-8-15,-1-1-16 0,0-3-16 16,4-3-22-16,-6-1-31 0,0-1-34 0,-7-1 13 15,7 0-137-15,-3 0-90 16,6-12 14-16,-10 9 30 0,1-3 19 0,-1-7 20 0,0 6 33 16,0-4 9-16,-14-16 8 0,6 11 9 15,-2 0 14-15</inkml:trace>
  <inkml:trace contextRef="#ctx0" brushRef="#br0" timeOffset="8955.14">9507 4827 251 0,'-22'7'198'0,"6"1"-27"0,1 1-10 0,1 1-17 0,3 2-13 0,3 0-9 16,-1 1-4-16,4-2-3 0,5-1 1 16,0-2-10-16,0-8-1 0,0 6 8 15,0-3-17-15,7 5 3 0,-3-7-8 16,-1-1-3-16,-1 0-9 0,1-1-10 0,0-1-3 0,6-6-2 16,-4-1-4-16,-1-1-8 0,-2 2-4 15,1-2-4-15,-3 2-6 0,0 2-13 16,0-4 7-16,0 1 1 0,-12-10-8 0,10 14-8 15,-1 2-14-15,0 1-35 0,-1 2-28 16,1 4-51-16,-6 8 11 0,2 1-192 0,-1 1-16 16,-1 4 15-16,4 1 22 0,-1 1 36 0,1 2 14 15,-1 4 4-15,2 3 11 16,-3 0 26-16</inkml:trace>
  <inkml:trace contextRef="#ctx0" brushRef="#br0" timeOffset="9360.87">9401 5705 336 0,'-2'0'341'0,"1"1"-54"0,-2 1-27 15,2-2-20-15,-1 2-36 0,1 0-23 0,0-2-21 16,1 1-15-16,-3-1-26 0,3 5 18 15,0-2-6-15,-2 2 10 0,2 3-34 0,0 3-13 16,0 2 3-16,0 3 5 0,12 17 10 0,-8-12-29 16,2-2 15-16,-2 0-25 0,1 2-4 15,2-2-14-15,0-5 17 0,1 2-5 0,-1-5-5 16,0 1 37-16,1-4-21 0,1-4 4 16,-2-2-1-16,-7-2-7 0,14-10-12 15,-4 1-12-15,-1-5-1 0,-2-1 5 0,2-1-20 16,-3-6 7-16,-2 1-5 0,-1-1-5 15,-1 1-8-15,-2-4 2 0,2 0-4 0,-2 12-6 16,0-7-23-16,-9-23-1 0,7 21 0 0,-3 1-43 16,4 2-26-16,-2 3-22 0,0 3-25 15,2 3-13-15,-1 4-34 0,0 5-29 0,2 1 19 16,-3 1-212-16,1 2 23 0,0-1 25 16,2 0 26-16,0 1 36 0,0 0 21 0,-2 0 11 15,4-1 21-15</inkml:trace>
  <inkml:trace contextRef="#ctx0" brushRef="#br0" timeOffset="9919.61">9604 5626 439 0,'0'0'378'0,"0"0"-36"16,0 0-48-16,7-5-29 0,-4 3-23 16,-3-2-27-16,10-4-26 0,-1-4-23 15,6-2-16-15,-3 1-3 0,1-2-16 0,2 1-31 16,1-2-7-16,1 0-9 0,0 0-3 0,-2 1-4 15,-1 0-16-15,-2 1-3 0,2-1 10 16,-3 5 1-16,-3-1 3 0,-2 1-6 0,0 1-6 16,-6 6 0-16,0 1-13 0,0 2-4 0,0 0-14 15,-6 0 3-15,2 3-3 0,-3 9-5 16,-3 2-1-16,3 0 1 0,0 3-12 16,0 3 9-16,1 1-5 0,2 0 8 0,0-2-17 15,-1 3 6-15,4 1 0 0,-2 0-2 0,3 1-9 16,0 0 10-16,0-12 0 0,0 4-4 15,0 2-3-15,9 18 2 0,-6-19-1 0,1-3 0 16,-1-2 3-16,-2-1-3 0,2-5 21 0,-3-1-3 16,0-1-29-16,1 0 0 15,-1-4 1-15,0 0 1 0,0 0 22 0,0 6-9 16,-8 1-2-16,1-1-5 0,-3 1 2 0,-3-1-12 16,-1 0 4-16,-1 1-9 0,-2 2 9 15,1-2 2-15,2-1 4 0,1-2-5 0,4 1 2 16,0-1 0-16,3-1 0 0,2-1-2 15,1-2 15-15,3-2-2 0,3 1-8 0,7-7-9 16,3 0 7-16,-1-2-1 0,5-2-1 16,2-2 0-16,-1-1 23 0,3 0-2 0,0-1-2 15,2 1 6-15,-1-2 16 0,0 1 1 16,0 1 0-16,-2 3 0 0,-3 0-11 16,-2 3-1-16,1 0-3 0,-5 1-5 0,-1 1-4 15,-3 3-4-15,-3 2-1 0,-5 2-192 16,1 3 18-16,-4-1-303 0,-6 4 24 0,-3-3 41 15,-1 2 42-15,0 0 27 0,-5-2 18 0,0 2 24 16,-4 0 42-16,2 2 16 0,-2 5 10 16,4 1 22-16,-4 4 34 0,2 2 5 0,3 2 9 15</inkml:trace>
  <inkml:trace contextRef="#ctx0" brushRef="#br0" timeOffset="12015.78">14510 4695 436 0,'1'-3'198'0,"-1"2"-33"15,0 1-21-15,-1 0-18 0,-1 0-10 16,1 2-17-16,-1 0-7 0,2 0-6 0,-2 2-18 15,0-2 0-15,1 9-6 0,-5 2-19 0,2 0 4 16,-2 1 7-16,2-2-7 0,0 3-2 16,0-2-2-16,1 0-8 0,-1 0 1 15,1 0-5-15,-1 0-5 0,1-1-6 0,-2 0 8 16,4-3-10-16,0 0 1 0,-1-3 4 16,2 1-7-16,-1-3-1 0,1-4 2 0,0 0 10 15,0 4-4-15,0-4-4 0,0 6-1 0,11 2-3 16,2-5 2-16,2-2-5 0,1-1 10 15,-6 0-11-15,4 0 0 0,20-11 1 16,-13 5-1-16,-2 0 0 0,1-3-8 0,1-1 1 16,2-4 1-16,1 2 6 0,-2-2-7 15,-2 1 0-15,-2-1-6 0,-1 2 4 0,-1 1 5 16,-1-1 0-16,-5 1-4 0,0 1 4 16,-4 2 1-16,-2 2 0 0,-4-1-4 15,0 7 7-15,0-5-4 0,0 5-1 0,0-6-8 0,-10-3 2 16,6 8 9-16,1-3-5 0,-5-1-5 15,1 2 0-15,1 1 9 0,2 0-9 0,4 2 5 16,0 0-1-16,0 0-5 0,0 0-1 16,-10 10 3-16,10-7 5 0,0 2-1 0,1 9-11 15,-1-9 10-15,0 6 0 0,0 2-4 16,7 17 7-16,-5-14-1 0,-2-1-1 0,3 0-11 16,-3-8 2-16,0 3-2 0,0 0-29 15,0 0-37-15,0 0 7 0,0-2-112 0,0-2-122 16,0 0 11-16,0-6 23 0,-9 10 31 15,6-9 8-15,2-2 10 0,1-1 4 0,-2 1 25 16</inkml:trace>
  <inkml:trace contextRef="#ctx0" brushRef="#br0" timeOffset="13517.43">14934 4647 280 0,'4'-5'207'0,"-2"2"-40"0,0 0-13 0,-2 1-18 16,2 2-28-16,-2 0 6 0,0 0-23 16,0 0 9-16,0 0-2 0,4 9-11 0,-1 6-5 15,1-2 3-15,-1 3-3 0,-2 0-7 16,4 1-14-16,-3-2-1 0,1 1 1 0,0-2-12 16,1 2-9-16,-2-3-3 0,0-2-6 0,3 0 7 15,-3-4-5-15,0-1 6 16,1-2 6-16,-2-2-14 0,1 2 5 0,0-3-2 15,-2-1 3-15,0 0-8 0,0 0-2 0,0 0-1 16,12-11-8-16,-7 0 4 0,1-1-1 16,0-2-8-16,-4-1-4 0,3-2 0 0,-4 3 6 15,3-2-7-15,-1 0 4 0,-2 2-13 16,-1 3 4-16,3-2 8 0,-1 3-6 0,-2 4-6 16,1-1 3-16,-1 2 5 0,0 2-3 15,1 0-3-15,1 3-9 0,-2 0 7 0,0 0 10 16,0 0-3-16,4 7-10 0,-2-3 4 0,3 8 4 15,-1 2-1-15,-1 0-8 0,1 1 5 16,2-3 9-16,0 1-5 0,-3 0-7 0,2 0 4 16,-1-5 3-16,2-1 1 0,-2-2-1 15,1-1-2-15,0-2 5 0,-2-1 0 16,-3-1-5-16,0 0-1 0,20-9 0 0,-12 1 4 16,-1-1-1-16,2 0-15 0,-2-1 12 0,0-1 3 15,-2-2-2-15,1-1-7 0,0 0-4 16,1-1 13-16,-4 2-3 0,2 4-1 0,-3-1-7 15,-1 3 6-15,2 1 5 0,-2 2-2 0,-1 1-9 16,2 2 7-16,-2 1 0 0,0 0 0 16,0 0-5-16,0 0 5 0,2 10 4 15,4 0-3-15,-2 2 0 0,-1-1-3 0,3-2 2 16,-3 2 4-16,4 0-7 0,0-3 3 16,0 0 9-16,0-2-19 0,0-2 19 0,-3-2 1 15,2-2 0-15,-6 0-12 0,5 0 10 0,9-7-8 16,-7 0 5-16,5 0 1 0,-5-3-1 15,1 0-1-15,-1-1 3 0,0-2-2 0,0-1-9 16,0-1 6-16,-4 1 3 0,2-3 3 16,-3 2-7-16,0-1 0 0,1 2 0 15,-3 0-6-15,0 4-1 0,0 3 10 0,0 7-4 16,0-6 0-16,0 6 1 0,0-6-1 0,-3 3 1 16,4 4 1-16,-1 1-11 0,0 4 14 15,3 9-2-15,-3-6-11 0,0 4 10 0,6 19 5 16,-4-12-3-16,0 2-1 0,-1-1-8 0,2 0 7 15,0-1 7-15,0-1-5 0,0-4 2 16,1 0-10-16,-3-5 13 0,1-2 5 16,0-2 5-16,1-2 1 0,0-2-8 0,0-1 8 15,-3-1-3-15,0 0 0 0,17-9-14 0,-7-3 10 16,-1-1-2-16,0-2 0 0,1 1-1 16,-2-3-4-16,1 0-1 0,0 0-9 0,0-2 10 15,-1 5 1-15,1-1-1 0,-2 2-4 16,-3 4 0-16,3 0 1 0,-2 3-3 15,-1 4 0-15,0 2 4 0,-4 0-3 0,0 0-2 16,4 0 4-16,3 11-1 0,0-1-2 0,0-1-4 16,-1 2 9-16,0 1-9 15,1 0 8-15,0-3-2 0,-2 1-1 0,4-2-8 0,-4-3 14 16,4 3-1-16,-2-5-2 0,0 0 3 16,-2-2-6-16,1-1 11 0,3 0-3 15,12-11 3-15,-9 3-3 0,0 0 4 0,-4 1-6 16,3-3 3-16,-3 1-5 0,0-3-7 0,-3 1 12 15,0-2 0-15,0-1-3 16,-2-2-11-16,-3 2 6 0,0 7 0 0,0-4 1 16,0-2-8-16,0 2 5 0,0 2 5 0,0 1 1 15,0 1-4-15,0 2 4 0,-8-1-6 16,6 6-1-16,0 2 5 0,-1 0-2 16,1 2 4-16,-3 7-7 0,3 1 3 0,1 0 0 0,-3 4-8 15,2-1 12-15,2 0-4 0,0-7 0 16,0 2 1-16,9 14-6 0,-4-10 6 15,2-5 3-15,2 0-2 0,1-1 7 0,-3-3-7 16,0-4 3-16,0-1-3 0,0 0-2 16,-2 0 7-16,14-11-2 0,-8 3 4 0,0 1-5 15,-1-5-1-15,-3 1-1 0,2-2 4 16,-5-1-2-16,2 0-1 0,-1-2-6 0,0-1 1 16,-1 0 0-16,1 1-1 0,1 1-5 15,-3 1 8-15,-1 6-1 0,1 1-2 0,-1 1 1 16,0 1 7-16,0 4-10 0,0-1 1 15,-2 2-1-15,0 0 2 0,0 0 0 16,14 14 3-16,-9-5 1 0,1 0-3 0,0 2-2 16,0-1 2-16,-1-3-4 0,-3-1 7 0,2 0 0 15,-2-1-1-15,0-2 4 0,1 0-7 16,-2 0 7-16,1 0-4 0,-1-2-4 0,1-1 9 16,0 0-1-16,-2 0-6 0,0 0 0 15,14-13 6-15,-8 3-7 0,1-4 2 16,0 0-2-16,0-3 1 0,0-1 3 0,1 2-6 15,-2 1 0-15,1 0-1 0,3 3-2 0,-3 2 3 16,-2 1 6-16,0 4-6 0,-1 4 6 16,1 1-11-16,-5 0 9 0,0 0-5 0,18 12 2 15,-11-1-7-15,1-1-2 0,-1 3-9 16,-2-2-26-16,1 2-29 0,-1 1-38 0,1 2 11 16,0-3-202-16,0 1-58 0,-1-2 38 15,0 0 27-15,0-2 22 0,1-2 18 0,-1-4 17 16,0-1-2-16,-1-2 29 0,0 0 1 0</inkml:trace>
  <inkml:trace contextRef="#ctx0" brushRef="#br0" timeOffset="13865.77">16412 4339 427 0,'5'-14'288'0,"0"1"-41"15,-2-2-32-15,1 0-27 16,-2 1-31-16,-1-1 10 0,-1 9-17 0,0-1-19 0,0 1-8 15,0-4-21-15,-14-7 1 0,10 11-11 16,0 2-12-16,-2 3-6 0,0 1-16 0,1 0 3 16,5 0-12-16,-8 0-2 0,-10 14-2 15,11-8-8-15,3 1-6 0,3 1-2 0,0-2-8 16,1-6 6-16,0 10-5 0,9 11 1 16,1-9-5-16,-1-1-8 0,1-1 10 0,0-1-2 15,3 1-6-15,-2-2-1 0,0 0-1 16,-2 0 3-16,-2 0-4 0,0-3 1 0,-4 0 1 15,0 1-1-15,-2-3-4 0,-1-3-1 16,0 0 6-16,-7 18-7 0,-3-10 3 0,2-2-8 16,-1-1-5-16,-1-2-23 0,0 0-52 15,1-3-20-15,9 0-38 0,-5 0 12 0,0 0-120 16,5 0-68-16,-7 0-3 0,0-8 21 16,6 5 19-16,0 1 33 0,2 0 5 0,0-1 15 15,6-6 1-15</inkml:trace>
  <inkml:trace contextRef="#ctx0" brushRef="#br0" timeOffset="14950.33">16528 4212 433 0,'6'-15'218'0,"-1"-4"-20"15,-1 4-19-15,-1-1-9 0,-2 1-17 0,1 0-18 16,0 6 15-16,0 1-26 0,-2 2-10 16,1 2-8-16,-1-1-17 0,1 4-8 0,-1 1-18 15,-1 4 3-15,2 0-11 0,0 11-2 16,-1-7-5-16,0 7 1 0,0 4-7 0,0 2-5 15,0 1-13-15,7 24 7 0,-5-23-1 16,0 0-3-16,1-2-2 0,0 2-1 0,1-4 0 16,1-1-6-16,0-4-1 0,-4-1-1 15,2-4 1-15,-1-2-3 0,-1-4-3 16,-1-1-7-16,0-1 5 0,0-1 2 0,0-1-4 16,0-2-4-16,-3 0-6 0,-1-7-11 0,-3-3-14 15,-1 2-4-15,0-2 14 0,0 2 0 16,0 0-1-16,1 1-2 0,0 2 5 0,-2 0 6 15,5 3-4-15,0 1-2 0,1 2-5 16,0 2 12-16,3 0-2 0,0 0-1 0,0 0 1 16,-1 8-1-16,2-5 9 0,6 8-17 15,0-3 11-15,0 0 2 0,4-2 5 0,2-1-1 16,2-1-5-16,1-4 6 0,1 1 6 16,-6-1-7-16,5 0 4 0,19-9 1 0,-15 2 6 15,-2 1 3-15,2-2-6 0,-2-2-10 0,-2 2 10 16,-1-3-2-16,-1 0-2 0,-2-3 7 15,-3 1-2-15,-3-1-1 0,-2 1-4 0,-3 0 12 16,-1 5 2-16,0 0-2 0,0-2-10 16,-14-9 14-16,10 13 6 0,-1 3-19 15,-1 0 5-15,0 2 5 0,2 3 0 0,4-2-3 16,-16 10-3-16,8-1-9 0,1 3 9 0,-1 0 6 16,1 5-6-16,1 1 2 0,2 1-15 15,0-1 19-15,1-1-17 0,1 1 10 0,2-4 4 16,0 2-5-16,0-11-4 0,0 3 1 15,9 8-3-15,-5-10 5 0,1-2 0 16,1-3-4-16,-2-2 3 0,2-1 1 0,-2 2-1 16,10-10-13-16,-4 2 11 0,0 1 5 15,-1-5-5-15,-2 1-11 0,0-5 11 0,-2 0-10 16,-2 1 10-16,0-1 3 0,1 1-3 16,-2 2-2-16,0 5-1 0,-1 0 3 0,-1 2 1 15,1 1-3-15,-1 5-8 0,-3-1 9 16,3 2 3-16,-1 2 2 0,-1 0-5 0,2 2-10 15,-3 8 8-15,1 0 9 0,2 0-6 0,0-4-3 16,0-1-6-16,0 3 16 0,0 1-5 16,14 10 5-16,-6-13-16 0,3 0 12 15,1-3 3-15,0-3 2 0,-3-3-11 0,1 0 9 16,18-9-8-16,-11 2 9 0,-2-1 8 16,1-5-9-16,-2 1 1 0,-2-4-2 0,0-2-2 15,-2-2 0-15,-2-3-8 0,-2-1 8 0,-1-3 0 16,-3-1-2-16,-2 13-2 0,0-6-6 15,0-6 10-15,0-2-2 0,-10-28 7 16,4 32 18-16,2 0 3 0,0 4 8 0,0 2-9 16,1 4 0-16,-3 5-8 0,3 5-1 0,-1 3-5 15,4 2 1-15,-6 14 2 0,5-2-4 16,0 5 5-16,1 4-10 0,0 1 5 0,0-10-5 16,0 5-3-16,0 5 7 0,0 1 2 15,11 20-7-15,-7-22 8 0,3-3-10 0,2-1 7 16,0-1-9-16,4-4 3 0,0-2-1 15,-2-3 6-15,2-4-7 0,-3-3 0 0,-3 0 7 16,14-10-13-16,-10 2 3 0,2-6 1 16,-2-2-5-16,-4-2 3 0,-1-1-2 0,-5 0 6 15,2 0-7-15,-3 1 5 0,0 9-6 0,0-2 3 16,0 1-4-16,-10-9 6 16,7 14-8-16,-1 5 2 0,1 2-1 0,-2 1 0 15,-1 7 3-15,2 4-1 0,-3 2 2 0,1 3 1 16,2 2 6-16,0 1-13 0,1-1-22 15,3 0-18-15,0-12-16 0,0 4-25 0,10 14-14 16,-2-16-23-16,5-5 13 0,0-4-194 16,-1-2-44-16,-5 0 27 0,6 0 29 0,11-16 4 15,-13 5 43-15,-4-2 8 0,-1-1 13 16,-6-5-14-16</inkml:trace>
  <inkml:trace contextRef="#ctx0" brushRef="#br0" timeOffset="15152.6">16904 4007 465 0,'13'-4'270'15,"4"-3"-35"-15,1-1-23 0,3 1-18 16,3 0-16-16,6 0-14 0,-1-1-22 0,1 2-12 16,-3-3-15-16,-2 2-11 0,-4 4-13 15,2-2-31-15,-5-1-41 0,-1 1-54 0,-6 3 4 0,-5 2-299 16,-6 0 1-16,-6 0 53 0,-1 2 20 15,-7 4 16-15,-1-1 8 0,-2 2 30 16,0 1 3-16</inkml:trace>
  <inkml:trace contextRef="#ctx0" brushRef="#br0" timeOffset="16802.32">17527 4023 462 0,'1'2'230'0,"1"-2"-34"0,-2 0-27 15,0 0-2-15,0 0-11 0,15-11-14 16,-5 4-10-16,-3-3-16 0,0 1 1 0,0-2-3 16,0 0-16-16,-1-1 12 0,-3-3-14 15,0 2 1-15,0-1 2 0,-3-4-2 0,1-1-7 16,-1-2 0-16,0 11 7 0,0-3-10 16,0-1-6-16,0 0 0 0,0 3-13 0,-7-8-14 15,5 13 10-15,2 5-15 0,-1 1-10 16,1 3-4-16,-3 2 11 0,0 11-21 0,1 0 3 15,0 3-6-15,2 0 1 0,0-7 6 16,0 4-9-16,0 3-3 0,10 19-5 0,-6-21 11 16,2-2-15-16,2-1 17 0,1-4-15 15,-2-1-4-15,1-1 8 0,4-3-4 0,-2-5 9 16,-5 0-11-16,5 0-11 0,11-11 14 16,-7 2-10-16,-2-1 7 0,0 1-7 0,-2-3 3 15,1-1-2-15,-2-1 11 0,-1 1 2 0,-2-5-13 16,-3-4 3-16,0 2-7 0,-3 1-1 15,0 9 4-15,0-4 8 0,0-1-12 0,0 1 0 16,0 1 0-16,-8-9-1 0,7 15 5 16,0 3-7-16,1 4 2 0,0 0 7 15,2-2-10-15,1 2 3 0,-1 3 1 0,5 7-2 16,-2 1 1-16,2-1 2 0,3 1 0 16,2 0 9-16,0 2-9 0,0-1 11 15,2 1-11-15,-2-4-8 0,0 2 4 0,-3-2-3 16,1 0-5-16,-3-2-6 0,-2-2-1 15,-1-1-6-15,-1 1 7 0,-2-2-10 0,0-1-4 16,-1-2-4-16,0 0-1 0,0 0-5 16,0 0-6-16,-11 2 7 0,6-3 2 0,2-1-5 0,-9-2 5 15,3-4 3-15,-1 2 3 16,1 1 2-16,2 2 4 0,2-2-8 0,0 3 10 16,3 2 7-16,0-1-1 0,2 1 6 0,0 0-3 15,-1 3 3-15,2 0 4 0,8 7-2 16,-2 1 8-16,1-2-5 0,1 2-3 0,-1-1 4 15,3 0 7-15,-2-1-4 0,-1 3 3 16,3-6-5-16,1 2 1 0,-1-3-7 0,0-2-56 16,-1-2-46-16,-10-1 9 0,7 0-177 15,0 0-55-15,4-9 19 0,-9 6 24 0</inkml:trace>
  <inkml:trace contextRef="#ctx0" brushRef="#br0" timeOffset="17118.16">17700 3501 275 0,'-9'-15'225'0,"-3"2"-38"0,1 0-26 0,4 5-27 15,1 2-19-15,4 5-7 0,2 1-16 16,0 0-3-16,0 0-5 0,-6 9-15 16,6-5-3-16,1 1 9 0,2 5-5 0,1 3-5 15,-1-4 3-15,1 2-3 0,3-3 1 16,-1-2 9-16,-2-2 5 0,2-1 9 0,-2-2-8 15,0 0 1-15,-4-1-4 0,0 0-13 16,7 0-3-16,-7 0-8 0,12-9-5 0,-11 6-5 16,3-8-6-16,-4 0-4 0,0 7 1 15,0-6-6-15,0 0-14 0,-12-11 3 0,6 10-11 16,-2 5-23-16,-1 4-33 0,1 2-67 16,1 0 11-16,-12 11-182 0,2-1-49 0,3 1 21 15,0 3 16-15,-3 4 19 0,0 4 39 16,0 3 8-16,1 4 13 0,-1 2 2 0</inkml:trace>
  <inkml:trace contextRef="#ctx0" brushRef="#br0" timeOffset="18222.38">16993 4757 242 0,'3'-2'278'15,"-3"2"-56"-15,0-1-24 0,1 1-32 16,-1 0-18-16,0 0 1 0,0 0-3 0,0 0 2 16,2-2-16-16,-1 1-1 0,0-2-13 15,-1 0-13-15,3-9-11 0,0 0-18 0,-3 0 4 16,0 0-6-16,0 5-10 0,0-4 1 0,0-3-3 16,0-2-13-16,0-1-2 0,-8-22-5 15,6 19-12-15,-2 3 3 0,1 0 1 0,2 4-7 16,-1 0 2-16,1 4-5 0,1 2-2 15,-3 3-8-15,2 2 3 0,1 0 1 0,-2 5-3 16,2-1-2-16,0 2-6 0,0 2-2 16,2 9 8-16,-2-5 0 0,0 1-11 0,7 20 10 15,-3-11-5-15,-3-2 0 0,4 1 0 0,0 2 0 16,4-4 4-16,-4 1-6 16,4-3-3-16,-4-3 1 0,4 1-5 0,-2-4 4 15,-4-2 4-15,1-2-4 0,0-4 0 16,2 0 6-16,-6-1-1 0,15-8-10 0,-6 1 8 15,-1-2-4-15,1-1 0 0,-2-2 4 16,-2 0-2-16,-2-4-4 0,3 1 1 0,-3-4-7 16,1 3 8-16,-3 1 2 0,-1 1-4 15,0 5 4-15,2 1-7 0,-2 8 5 0,0-6-12 16,0 6 6-16,0 0 2 0,-2-5 3 0,2 6 3 16,0 2-5-16,2 1 5 0,-2 0-10 15,5 8 10-15,1 0-6 0,-2-4 1 0,2 0 4 16,-1-2-6-16,0-2 5 0,3 2 0 15,-1-4-8-15,0 0 11 0,-7-2-3 16,10 0 5-16,14-10-4 0,-14 0-4 0,0 1 2 16,1-2 5-16,-3-1-2 0,0-1-1 0,-1-1-2 15,-3 0-1-15,-3-2 7 0,1-2-6 16,-2 2 2-16,0 9-1 0,0-3 0 0,0 2-1 16,0 1 0-16,0 7-4 0,0 0 4 15,-10-6 3-15,8 9 1 0,2 3-5 0,-4 12 8 16,4 3 2-16,0 1 5 0,0-11-9 15,0 7 1-15,0 4-1 0,11 31 5 0,-6-22-5 16,0 2 4-16,-1 1 0 0,-1-1-2 16,4 2-1-16,0-3-1 0,0-2 4 0,0-4-6 15,1-2 1-15,-3-2-3 0,2-4 15 16,-1-1 12-16,1-1 5 0,-4-11 15 0,2 1-22 16,-5-6 3-16,0 0 3 0,10-17-15 15,-7 1 5-15,-2-2-7 0,2-6 11 0,-3 0-19 16,0 10 4-16,0-7-1 0,-10-33 0 15,6 16-8-15,0-5 11 0,-3 1-14 0,1 1 2 16,1 2 1-16,0 4 11 0,1 3-19 16,1 7 5-16,-1 1-1 0,3 0-1 0,-1 5 8 15,-1 1-12-15,3 11 6 0,0 2 9 16,9-5-16-16,-5 10 6 0,0 1-1 0,2 3 14 16,1 4-14-16,-3 3 1 0,3 2 0 15,-1 1-1-15,-3 2 7 0,-2 0-8 0,1 3-3 16,-2-9 8-16,0 4-2 0,-10 16 2 15,3-14 8-15,0 0-14 0,-3-1 2 0,3-3-1 16,-3-2 5-16,0-2-8 0,-1-2-19 16,1 0-16-16,1-2-22 0,2-4-34 0,7 0-28 15,-7 0-40-15,-3-10 15 0,6 7-155 0,3-1-45 16,-1 1 9-16,2-1 37 0,0 0 18 16,7-5 24-16,-2-2 5 0,3 4 36 15,2-4 2-15,1 5-12 0</inkml:trace>
  <inkml:trace contextRef="#ctx0" brushRef="#br0" timeOffset="18679.09">17517 4542 475 0,'4'-2'231'0,"-2"1"-32"16,2-1-27-16,-3-1-10 0,1 1-23 0,-1-1-18 16,-1 0-8-16,0 0-8 0,-1-1-20 0,1-3-3 15,-7-9-4-15,-2 5-12 0,2 1-15 16,-1 1 7-16,-1 2 4 0,1-1-8 15,1 4-8-15,0 2-2 0,0 1-9 0,7 1-1 16,0 0-5-16,-17 10-3 0,10-2 2 16,1 4-6-16,2 0 0 0,1 1-4 0,2 1 3 15,-1 0-5-15,2-7-1 0,0 6-11 0,0-1 5 16,10 14 11-16,-4-13-7 0,-1-2-3 16,4-3 2-16,-2-1-2 0,1 0 24 0,-1-4 7 15,1-2-1-15,-3-1 10 0,-1 0-11 16,12-10-1-16,-8 1-9 0,1-3 7 15,-1 1-2-15,-1-4 3 0,0-2-1 0,-1-1-13 16,-2-2-1-16,-1-2 2 0,-2-4-9 16,-1 15 4-16,0-8-2 0,0-4-2 0,-9-28 1 15,4 23-12-15,-2 3 7 0,3 3-3 0,0 0-2 16,0 1-4-16,-1 5 0 0,1 3 5 16,1 5-7-16,2 5 6 0,1 3-6 0,0 0 3 15,-6 21-9-15,6-5-15 0,-1 3-13 16,1-8-24-16,0 6-37 0,0 3 10 0,13 25-136 15,-11-20-84-15,7-2-27 0,-2-1 12 0,1 0 18 16,2-2 31-16,3-2 22 0,0-2 14 16,2-1-3-16,-1-6 37 0</inkml:trace>
  <inkml:trace contextRef="#ctx0" brushRef="#br0" timeOffset="20144.91">17664 4557 314 0,'10'0'126'16,"-5"0"-17"-16,12-10 38 0,-6 3 5 16,-2-1-8-16,-2-2-9 0,-1-2-9 0,-1-1-14 15,-2-1 4-15,-2 1 2 0,-1 5-9 16,0 0-18-16,0-6 9 0,-8-12-7 0,1 15-13 15,1 1 3-15,2 4-16 0,-3-2 4 0,1 6-4 16,2 1-6-16,4 1-10 0,0 0-4 16,-17 9-5-16,10 2-7 0,0 0 3 15,2 0-6-15,-1 3-5 0,0-1 0 0,6 1-3 16,-4-1-2-16,4-7-2 0,0 2-4 16,0 2-9-16,0 1 7 0,0-2 2 15,10 10-11-15,-4-14 4 0,-2 0 5 0,0-2 0 16,0-1-4-16,0-1-1 0,2 1-9 0,-6-2 7 15,0 0 5-15,21-9-5 0,-8-1-2 16,-2 2-10-16,-2-3 15 0,-1-1-6 0,-1 0-10 16,-3-1-2-16,1 0 17 0,-3 2-1 15,1-2-6-15,-1 4 1 0,-1 2 1 0,-1 4-7 16,1 0-9-16,-1 2 19 0,0 1-7 16,0 4 2-16,-1-2-1 0,1 3 2 0,-1 7 3 15,2 2-4-15,-1-7-10 0,0 5 9 0,0 2 2 16,9 14-3-16,-4-15 4 0,1 0 3 15,2-4-3-15,1-2 2 0,1 1-8 0,2-7 11 16,-3-1 5-16,-9 0-7 0,11 0-8 16,13-17 9-16,-11 7 2 0,-3-4 3 0,-1-2-1 15,-2-3-5-15,-1-1 2 0,-3-3 1 16,-2 0 2-16,1-2 0 0,-2 10 9 0,0-7-3 16,-13-38 5-16,7 23-9 0,-3 3 1 15,1 4 5-15,4 3-4 0,-1 4 4 0,0 3-4 16,1 3-4-16,0 5 1 0,1 6 3 15,3 6-8-15,0 6 4 0,4 9-2 0,3 5-2 16,-2 1 3-16,0 0-2 0,4 6-2 16,-1 0 10-16,1 3-12 0,-1 0 1 0,1-1 4 15,0-1-7-15,1 0 4 0,-1-1 1 16,-1-6-3-16,-1 1 2 0,2-5-1 0,-1 1 8 16,-4-2-4-16,1-4 2 0,0-1-2 15,-5-5 10-15,2-3-2 0,-2-3-11 16,-5-1-4-16,1-1 8 0,-4-8-14 0,-5 1 2 0,-2-2 0 15,0-2-3-15,-1 2-3 0,0-2 5 16,-2 0-8-16,2 2 4 0,-1-1-3 16,3 2 3-16,0-3-3 0,0 5 3 0,3 1 1 15,2 4-2-15,5 2-6 0,4 1 2 0,0 0 0 16,0 0-4-16,0 0 6 0,-6 8-6 16,8-5 0-16,8 3 2 0,0-1 5 15,2 0 4-15,1-2-5 0,2 0 1 0,1-2 1 16,-1-1-5-16,-5 0 8 0,3 0 4 15,2 0 0-15,19-12-6 0,-15 6 5 16,-2-3-3-16,-2 0 9 0,-1 0-2 0,-1-1 5 16,-2 1 5-16,-2-2-8 0,-1 1 1 0,-2-1 9 15,-4-4-11-15,1 3 3 0,-1 1 6 16,-2 11-8-16,0-7 12 0,0 2-15 0,0 5 7 16,0-6-4-16,0 6-5 0,-10-7 7 0,8 9-3 15,-3 8-3-15,0 1 0 0,3 1 2 16,0 1-1-16,2 2 6 0,0-8-5 15,0 4 1-15,0 1-2 0,12 14-2 0,-5-13 9 16,0-1-7-16,3-2 1 0,1-1 0 16,0-2 1-16,2-1 12 0,0-5-16 0,1-1 6 15,-7 0-2-15,2 0 12 0,12-12-9 0,-9 5 1 16,-1-2-4-16,2-4 3 16,-3 0 15-16,1-3-13 0,-2-1 4 0,-1 0 1 15,0-1 11-15,-1-1-17 0,2 1 3 0,-2 0 1 16,-1 5-4-16,-1-1 17 0,1 5-18 15,-3 2-3-15,1 7 19 0,-1-1-21 0,-3 1 2 16,0 0-1-16,5 7 3 0,-3-2-7 0,2 5 5 16,-1 2 1-16,-2-3 10 0,3 3-16 15,0 1 3-15,-3-3-4 0,1-1 8 16,-2-9 3-16,0 7 2 0,0-2-9 0,0 0 5 16,0-5 13-16,0 6 5 0,0-2-1 15,0-4 18-15,0 0-11 0,0 0-2 0,-2 7-5 16,1-7 1-16,-1-3 21 0,0 2-43 0,-5-8 9 15,-2 0 2-15,0-2 1 0,-1 1 11 16,0 0-28-16,0 0 8 0,1 3-2 16,-1 0-1-16,5 4 0 0,0 0-6 0,1 0 2 15,4 3 0-15,0 0 23 0,-7 0-26 0,-3 17 4 16,7-4 11-16,0 1-1 16,2 1-13-16,1 1 2 0,0-7 0 0,0 5 22 15,0 1-31-15,10 16 9 0,-4-17 0 0,2 1 8 16,-1-3-19-16,2-2 24 0,-2-1-19 15,3-4 1-15,-2-2 10 0,-2-2 3 16,-6-1-10-16,8 0 7 0,9-12 1 0,-8 4 21 0,-2-3-15 16,-2-2-19-16,-2-6 15 15,-2-2-5-15,-1 8 7 0,0-4-4 0,0-4 18 0,-11-32-33 16,4 18 11-16,-1 0-2 0,1-2 1 16,-2 1 0-16,1 4 13 0,1 0-15 15,2 5 16-15,0 4-11 0,-1 2-21 0,3 2 7 16,-2 5 2-16,1 6 11 0,1 6-14 0,3 2 5 15,0 0 2-15,0 18 3 0,0-8 7 16,7 21-13-16,-2-8 10 0,2 1 0 16,2 2 0-16,2 1 8 0,1-2-14 0,-1 0 6 15,1 0 0-15,1-3 8 0,0 0-8 0,-1-4 5 16,1 0-26-16,-4-2-32 0,0-1-50 16,-2-5-59-16,0-1 15 0,-4-2-290 15,-3-4 27-15,0-3 38 0,0 0 19 0,-7 6 19 16,0-6 46-16,2-1 4 0,0 1 27 15,-7-2 45-15,12 2 0 0,-8 0 9 16,-5-6-14-16</inkml:trace>
  <inkml:trace contextRef="#ctx0" brushRef="#br0" timeOffset="21156.78">20639 4829 544 0,'1'-7'330'0,"-1"1"-57"15,2 1-34-15,-2 2-28 0,0 3-33 0,0 0-13 16,0 0-21-16,-2-6-12 0,2 6-13 16,-3 2-5-16,3 2-19 0,-2 9-8 0,-4-2-12 15,0 3-8-15,1-1-5 0,-2 1-5 0,-2-1-4 16,2 2-6-16,0-2 6 0,-4 1-14 15,2-1-1-15,2-2-5 0,3 0-3 0,-1-4-3 16,2-1 1-16,1-3-5 0,-1 1 9 16,3-1-11-16,0-3 3 0,0 0-5 0,0 0 10 15,10 4-11-15,-4-4-2 0,9-1-1 16,-7 1 2-16,18-10 3 0,-7 6-15 16,0-4 4-16,2 1 2 0,-4 0 0 0,3-1-1 0,-2 1-3 15,1-3 12-15,-2 4-17 16,-3-1 3-16,-2-1 3 0,0 2 0 0,-3-1 26 15,-4 2-17-15,1-1 4 0,1 0-3 16,-3-1 15-16,-3-3-18 0,1 4 14 0,-2-2-7 16,2-4-13-16,-2 5 2 0,-9-10-5 0,6 5 14 15,-1 3-17-15,1 3 3 0,0 0 2 16,1 1 2-16,0 1-8 0,0 1 21 16,2 0-21-16,-1 1-5 0,-1 0 18 0,1 0-15 15,0 1-3-15,1 1 19 0,0 1-23 0,0 0 5 16,1 1 1-16,0 3 12 0,3 6-9 15,1 3-4-15,-1-1 1 0,0 0 0 0,1 1 12 16,-1-1-14-16,-1 1 2 0,1 0 2 0,-3-5 8 16,1 0-15-16,0 4 4 15,0-5 2-15,-2 1-6 0,0-1 22 0,0-8-18 16,0 5 2-16,0 0-10 0,0 1-28 0,0-2-38 16,0-4-51-16,0 6-63 0,-9 0 17 15,9-4-232-15,-2-2 37 0,2 0 31 16,-2 0 20-16,1 0 33 0,1-2 20 0,0 2 18 15,-2-1 4-15,4-1 36 0,-1 0 21 0,7-6-14 16</inkml:trace>
  <inkml:trace contextRef="#ctx0" brushRef="#br0" timeOffset="23179.93">21031 4713 425 0,'0'-5'307'0,"1"1"-51"16,1 2-45-16,0-2-11 0,0 2-27 0,1 1-21 15,1 0-27-15,0 1-3 0,2 0-11 16,15 10-10-16,-9 0-10 0,0 3-6 0,-2 0-7 15,0 4-14-15,-1 3-4 0,-2-1 5 16,-1 0-9-16,0 0-1 0,-2 3-4 0,-1-1-6 16,-1-3 1-16,-1-1-5 0,-1-11-7 0,0 4 8 15,0-1 7-15,0-1 7 0,-10 4-18 16,9-9 5-16,-1-3-14 0,0-2 0 0,-1-1-3 16,2-2-2-16,0-9-5 0,0-2 8 15,-1-6-12-15,2 10-4 0,0-5-3 16,0-4-10-16,10-23-1 0,-7 23-14 0,1 3-19 15,-1 0-19-15,2 4-14 0,-1-1-13 0,1 5-29 16,-1 4 10-16,2 2-137 0,-2 2-106 16,0 1 10-16,-4 1 14 0,0 0 29 0,6 0 38 15,-6 0-1-15,4 0 7 0,3 9 10 16</inkml:trace>
  <inkml:trace contextRef="#ctx0" brushRef="#br0" timeOffset="24644">21290 4815 400 0,'0'0'234'0,"0"0"-33"0,0 0-15 16,0 0-27-16,6 0-25 0,9-7-13 15,-5 1 3-15,-3-2-23 0,0-1-4 0,1 2-19 16,-2-3 5-16,0 2-6 0,-1-1-8 0,-1-2-16 16,-2 4 9-16,-1 1-4 0,-1 6-7 15,0-7-3-15,0 0-2 0,0 0-5 16,-12-7-1-16,8 9-1 0,-2 2-6 0,2 3-11 0,-2 0 3 15,2 1 2-15,4-1-4 0,-12 16 0 16,6 0-3-16,-1 3-12 0,3 0 7 16,-1 2 4-16,4-1-6 0,1 2-5 0,0 0 4 15,0-15-2-15,0 6 0 0,8 17 1 16,-2-16 3-16,1-3-5 0,0-2 2 16,-1-5-3-16,0-1 2 0,0-1 0 0,-6-2-4 15,6 0 1-15,4 0 5 0,9-14-1 16,-9 4-5-16,-1 1 0 0,-2-5 5 0,0-1-4 15,0 0-1-15,-2-1 5 0,0 1-4 0,-1-2 4 16,-1-2-3-16,-3 5-12 0,3-1 17 16,-3 6-5-16,1-1 2 0,0 2-13 15,-1 3 9-15,0 1-1 0,0 1-9 0,0 2 12 16,1-2-5-16,-1 3-10 0,0 0 6 0,0 0 11 16,0 0-6-16,3 19 0 0,0-4 1 15,0 0-1-15,-1 2 0 0,-1-1-10 0,2 0 12 16,0-2 1-16,1 2-6 0,-1-2 2 15,1-3 1-15,1 0-1 0,-1-4-1 0,-2-1 4 16,2-2-3-16,1-1 0 0,-1-3-2 16,-4 0 3-16,0 0-2 0,17-10-1 0,-7 2 2 15,-3 2-11-15,4-5 10 0,-6-3 0 16,3-3 1-16,-2 2 0 0,0-3-2 0,0 1-1 16,-2-1-8-16,0 2 12 0,-2 0-3 15,2 3 0-15,-1 1 1 0,-1 5-1 0,-1 0-2 16,1 2 0-16,-1 3 0 0,-1 2 0 15,0 0 0-15,0-2-2 0,1 5 3 0,-1-1 0 16,1 1 0-16,0-1-11 0,0 2 14 0,1 9-1 16,0-3 0-16,0-2-3 0,-1 0 1 15,2 3-2-15,-1-3 3 0,1-2 0 0,-1-2 0 16,0-1-3-16,0 0 0 0,1-2 1 16,1-3-1-16,-1 0-1 0,1 0 2 15,6-4-3-15,-2-3-1 0,1 0-2 0,0-2 8 16,0 0-5-16,-3 1-1 0,-1 0-3 0,0 1 4 15,-1 3 2-15,0 1-1 16,-3 0 0-16,2 3-2 0,-1 1-11 0,-2 1 6 16,0 0 7-16,0 0 5 0,0 0-4 15,7 9-1-15,-2 4 1 0,1 3 4 0,-1 0-13 16,0 1 5-16,-1-2 4 0,2 1 9 0,1-2-7 16,0 0 0-16,0-2 5 0,0-1-2 0,1-3-1 15,1-1 0-15,1-4 1 0,-2-2 3 16,-8-1 0-16,10 0-6 0,10-11-12 15,-10 4 15-15,1 0 0 0,-3-2-10 0,1-3 11 16,-2-4 3-16,-1 3-2 0,-1-1 0 16,-2-1 4-16,-3 0-3 0,0 7-3 0,0-3-7 15,0-2 10-15,-11-12-3 0,6 13 0 0,0 4 2 16,0 1-2-16,0 1 0 0,1 6-3 16,-2-3-3-16,6 3 5 0,0 0-2 0,-16 12 2 15,9-2-1-15,2 4 0 0,1-2 0 16,1 6-10-16,-2-3 12 0,3 3 4 0,2-10-5 15,0 4-9-15,0 2 9 0,12 12 1 16,-7-14-10-16,2-3 11 0,-2-3 3 16,1-2-4-16,1-1 4 0,0-2-5 0,-7-1 3 0,8 0-1 15,12-9 0-15,-10 1 1 16,1-1-4-16,-4-1 1 0,0-3-2 0,-2 2 3 16,-2-2-2-16,-2-3 0 0,0 4-9 0,-1 3 12 15,-8-16-4-15,1 7-6 0,-2 1 8 16,1 1-1-16,-1 3-11 0,1-3 11 0,-1 3 2 15,2 2-3-15,0 3-2 0,2 2 1 16,1 2 0-16,0 3 0 0,0 1-1 16,4 0 1-16,0 0 4 0,0 0-4 0,-7 8 0 15,8-3 0-15,-1-1 5 0,1 1-5 0,2 6 0 16,4-1 3-16,0 0 0 0,1-1-4 16,1-1 1-16,-2 2 6 0,3-2-4 0,-2-3-2 15,2-4 3-15,-3 1 1 0,1 0-2 16,-1-2-1-16,0 0-10 0,-7 0 11 0,10 0-7 15,16-9 8-15,-14 5-2 0,0-1 0 16,-1-2 2-16,-2 1 0 0,0 1-8 0,-2 2 7 16,-2 0 5-16,-1 0-7 0,-1 1 2 15,-3 2-2-15,0 0 0 0,0 0 1 0,5 0 2 16,7 15-2-16,-8-3 4 0,1 1-4 16,-2 0 0-16,2 1 0 0,-1 4-9 0,0-2 11 15,2 0-6-15,-2-2 10 0,3 0-5 16,-2-3 2-16,0-1 2 0,0-4 4 0,-2-3 5 15,3 1 2-15,-2-4-5 0,-4 0 5 0,0 0-1 16,18-13-2-16,-9 2-10 0,-2-1 10 16,0 0 0-16,0-3-3 0,-1-1-2 15,-2-1-2-15,3 1 1 0,-3 0-3 0,0 0-5 16,1 3 0-16,-4 4-16 0,2 2-16 16,-2 1-17-16,-1 6-15 0,0 0-12 0,0 0-30 15,-1-7-17-15,-2 8 10 0,3 2-87 0,0-2-88 16,-1 2-32-16,1 1 17 15,0-1 30-15,-2 0 22 0,4 1 8 0,-1 0 7 16,-1-2 12-16</inkml:trace>
  <inkml:trace contextRef="#ctx0" brushRef="#br0" timeOffset="24798.79">22288 4653 210 0,'0'0'236'0,"2"7"-35"0,0-2-35 0,-1 10-22 16,2-2-17-16,-1 3-16 0,-1-3-19 0,2 0-5 15,-2 0-8-15,2 1-7 0,-2-2-13 16,1-3-19-16,-2-3-25 0,3 0 0 0,-2-5-127 16,2-1-72-16,-3 0-72 0,0 0-11 0,0 0 25 15,0 0 16-15</inkml:trace>
  <inkml:trace contextRef="#ctx0" brushRef="#br0" timeOffset="24973.72">22285 4556 354 0,'-3'-6'295'0,"0"2"-59"0,2-1-33 16,-2 3-38-16,3 2-20 0,-1-1 1 16,1 1-30-16,0 3-19 0,1 1-63 0,-1-1-34 15,4 10 0-15,-1-5-170 0,0 8-97 16,1-3 5-16,0 4 5 0,1-3 17 0,-1 4 8 16</inkml:trace>
  <inkml:trace contextRef="#ctx0" brushRef="#br0" timeOffset="25808.22">22382 4771 219 0,'0'0'301'16,"0"0"-44"-16,7-7-28 0,-5 2-30 0,2-5-6 16,-1 0-18-16,-1-2-10 0,1-1-10 0,0 2-20 15,1-2-8-15,1 2-9 0,-1-2-7 16,0 5-15-16,-4 3-9 0,3-1-12 0,0 2-10 16,-2 2-10-16,2 0 0 0,-2 2-4 15,-1 0-7-15,0 0-8 0,0 0 0 16,13 18-2-16,-6-5-11 0,0-1 5 0,-3 2 1 15,2-1-8-15,-2 2-1 0,-1 0 1 16,1 0-2-16,-1-1-5 0,1-1 1 0,-1-2-6 16,0-4 4-16,-2-1-1 0,2-1-1 15,0-2-5-15,1-2 3 0,-1 0 0 0,-3-1 1 16,7 0-6-16,9-15 4 0,-5 4 3 16,-3-3 0-16,2-2-12 0,0 1 7 0,-3-2-5 15,3-2-3-15,-2 3 6 0,-1 1 1 16,-1 2-5-16,-2 2 10 0,0 0-10 0,1 4-2 0,-4 3-1 15,-1 1 4-15,3 3-1 16,-3 0 5-16,0 0-3 0,0 0-7 0,6 8 3 16,-2 5-5-16,-1-1 8 0,1 0-1 0,3 2 2 15,-3 0-4-15,0-1 5 0,3 0 0 16,-1-2-9-16,1-2 8 0,3-2-4 16,0-2 2-16,0 1 14 0,-2-5-13 0,-1-1 1 15,-3 0-4-15,13-11 5 0,-7 1-6 16,-3-2 11-16,0 0-6 0,-1-1 1 0,-2-3-7 15,-4 8 7-15,0-3 1 0,0-2-5 16,0-1-5-16,-10-12 5 0,7 15 0 0,-1 4-2 16,0 3 4-16,1 3 1 0,-1 0-5 15,0 2 6-15,0 0-2 0,1 3-3 0,1 0 0 16,-5 5 5-16,3 0-11 0,0 3 2 16,1-3 4-16,0-2-5 0,3-1 0 15,0 1-3-15,0-2 7 0,0-5-3 0,0 0 3 16,0 4-4-16,0-4-3 0,0 0-6 0,7 9 11 15,-3-9-1-15,-1-1 5 0,0-1-3 0,4-5 3 16,2 0-2-16,-4 4-2 0,1-2 5 16,-2 2-7-16,-1 2 0 0,-2 1 2 0,-1 0-1 15,0 0 6-15,0 0-5 0,3 12 1 16,-3 5-7-16,0-8 12 0,0 8 0 0,0 4 0 16,-10 32-9-16,7-20 16 0,-1 5-10 15,1 7 7-15,-1 1 1 0,3 2-3 0,-2-1 1 16,0 2-1-16,3 1-6 0,-1-3 6 0,-1 1 2 15,2-5 6-15,0-24 11 0,0 10-2 16,0 3 11-16,0-2 31 0,0-2 3 0,0-1-7 16,0-4 45-16,0-4-11 0,0-4-15 15,-5 4-9-15,0-20-6 0,1-3-7 0,0-10-6 16,-2-4-4-16,-1-5-6 0,0-6 0 16,0-4-6-16,0-6-2 0,3-2-4 0,1-4-20 15,0-1-22-15,3 22-23 0,0-10-27 16,10-42-19-16,-3 36-47 0,0 3-50 15,3 2 18-15,1 6-244 0,2 1 12 0,-2 4 17 16,1 0 34-16,3 3 38 0,1 2 15 0,5 0 17 16,4 6 18-16,6-1 11 0,9 3 5 15</inkml:trace>
  <inkml:trace contextRef="#ctx0" brushRef="#br0" timeOffset="27006.95">23126 4639 241 0,'21'-3'229'0,"-12"9"-45"0,-3-1-19 16,0 0-22-16,0-3-21 0,4 2-7 16,-3-2 12-16,0-2-24 0,-1 1 5 0,-6-1-15 15,5 0 1-15,0 0-11 0,3-8-8 16,-1 0-14-16,-3 1 2 0,-1 0 2 0,-2-7-3 16,-1 9-14-16,0-5 7 0,0-2-10 15,-11-14-10-15,3 13 7 0,1-1-3 0,-3 1-11 16,2 1 8-16,0 4 3 0,1 2-8 15,2 3-2-15,0 1-11 0,5 2 1 0,0 0 8 16,-16 14-17-16,11-3 5 0,1 2 1 16,3 4 1-16,1 2-4 0,0-8-8 0,0 4-5 15,10 20 13-15,-5-15 0 0,2 0-2 16,0-1-2-16,0-3 0 0,3 1 2 0,0-4-12 16,0-1-2-16,0-3 22 0,0-1-5 15,0-4-5-15,-5-4 10 0,2 0 1 16,14-12-7-16,-11 4 2 0,2-3 1 0,-2 0-3 15,-1-3 0-15,-2 0-2 0,0-2-7 0,1-1 8 16,-1-2 0-16,-2-2-3 0,2 2-12 16,-4 0 10-16,1 1-12 0,0 4 2 0,-1 1 9 15,0 7-5-15,-1 1-7 0,0 2 12 16,0 3-1-16,-2 0-3 0,8 11 3 16,-4 3-2-16,4-1 0 0,-3 3 0 0,1 2-2 15,-1-1 3-15,2 0-3 0,-1-1-9 0,1 1 10 16,-1-5 5-16,-1 1-3 0,3 0 7 15,0-7 10-15,-2-1 5 0,1-2 3 0,-3-3-2 16,-4 0-3-16,0 0 2 0,17-9-1 16,-9-3-11-16,-1 1-2 0,0-2-2 0,0-5 1 15,-1 0 3-15,0-3-20 0,-3 2-11 16,-1-7-16-16,1 4-14 0,-1 0-1 0,0 3 0 16,0 3-8-16,0 1-28 0,-1 5-15 15,1 6 9-15,0 1-91 0,1 1-110 16,-3 2-30-16,0 0 8 0,0 0 26 0,7 8 20 15,-6-3 2-15,0-1 35 0,4 6-4 0</inkml:trace>
  <inkml:trace contextRef="#ctx0" brushRef="#br0" timeOffset="27860.55">23675 4638 215 0,'0'0'241'15,"7"0"-43"-15,6-7-29 0,-3 0-1 16,-2-1-21-16,1-3-9 0,-3 0-16 15,-2 2-12-15,-1-6-4 0,-3 9-17 0,0-4-16 16,0-1-4-16,-12-14 2 0,6 11-2 16,-1 2-14-16,0 2-9 0,0 2 2 0,-1 4-13 15,2 0-8-15,-1 4 3 0,7 0 2 16,-5 0-1-16,-9 10-11 0,7 0 4 0,0 0 2 16,2 4-6-16,1 0-3 0,0 5-1 15,3-1-5-15,0 4 5 0,1-4-2 0,0-10-10 16,0 7 3-16,9 16 9 0,-3-13-6 15,0-2 1-15,3-3-4 0,2-1 3 0,3-3 19 16,-1-2 6-16,0-2-6 0,1-4 9 0,-7-1-3 16,5 0 1-16,0 0-2 0,18-13 1 15,-17 6-5-15,1-1-4 0,-1-5-3 0,-1-1 3 16,-1-2-3-16,-2-2 0 0,-1-1-9 16,-2 0 2-16,1-2-2 0,-3 1 0 0,0 2-8 15,-1 3 7-15,0 3-3 0,-1 2 0 16,0 2-6-16,0 1 4 0,-2 2-1 0,1 3-11 15,1 0 10-15,-2 2 4 0,0 0-6 16,0 0 3-16,0 0 3 0,6 8-6 0,-1 5-3 16,-2 0 2-16,2 1-5 0,0 0 4 15,-2 1 0-15,1-1 3 0,0-1 5 0,1 0-11 16,1 1 1-16,0-5-1 0,-2 1 2 0,2 0 10 16,-2-4-9-16,2-1-1 0,-1-1 2 15,0-3 11-15,0-1-9 0,-5 0 5 0,6 0-5 16,3 0 3-16,13-13 0 0,-11 4-3 15,-1 0 2-15,0-5-3 0,-1-1 2 0,0-1 1 16,-2-1-5-16,-1-1-3 0,-1 2 7 16,-1 2-5-16,1 1 3 0,-1 4-2 15,-2-1 4-15,-1 4-8 0,0 2 6 0,0 1-7 16,0 2 2-16,-1 1-1 0,0 0 8 0,0 0-13 16,2 13 3-16,-2 1 0 0,0-7 4 15,0 4-4-15,0 3 4 0,11 16 1 16,-4-14 6-16,3-2-8 0,-2 1-2 0,4-5 1 15,0 0-1-15,1-3 1 0,1-2 4 0,-1-3 1 16,1-2-3-16,-6 0-2 0,13-11 1 16,-9 0 1-16,-3-4 2 0,1-1 6 0,-5-4-6 15,-1 0 0-15,-1-3 0 0,-3-2-2 16,0 12 9-16,0-9-8 0,-8-30-4 0,1 13 0 16,0-4 3-16,2 2 0 0,2 3 11 15,-1 3-12-15,0 4-2 0,-1 3 3 0,1 6-3 16,1-1-4-16,1 5 7 0,1 5 4 0,0 10-6 15,2 5 7-15,0 6-12 0,3 9 7 16,1 4 1-16,-1 1-2 0,0 5 0 0,0 2-1 16,1 1 0-16,2 3-8 0,0-1 4 15,1-1-16-15,2-2-17 0,-1-3-4 16,0 0-15-16,1-8-23 0,-1-2-23 0,2-2 10 16,-1-3-134-16,-3-4-115 0,-2-4 1 0,0-3 19 15,-7-2 46-15,1-1 17 0,-6-7-11 16,-3-1 32-16,-1 0 13 0</inkml:trace>
  <inkml:trace contextRef="#ctx0" brushRef="#br0" timeOffset="28030.47">24132 4296 389 0,'9'-6'254'0,"2"-2"-30"16,2 1-28-16,4 0-30 0,2 2-25 0,0-1-14 15,5 3-8-15,-2-1-17 0,2 1-29 0,-1 2-70 16,1 0 1-16,-14 1-306 0,5 0 40 15,15 13 10-15,-17-4 16 0,-5 4 7 0,-1 1 18 16</inkml:trace>
  <inkml:trace contextRef="#ctx0" brushRef="#br0" timeOffset="28189.82">24559 4687 526 0,'5'14'290'15,"-4"-1"-28"-15,-1 5-30 0,1-3-31 0,-1-8-24 16,0 6-22-16,-12 15-37 0,2-12-71 16,4-1-5-16,-5-4-320 0,0-1-9 15,-1-1 13-15,-3-2 22 0,-3-3 8 0,-2-3 12 16,9-1 18-16</inkml:trace>
  <inkml:trace contextRef="#ctx0" brushRef="#br0" timeOffset="28826.21">22977 5242 247 0,'0'0'374'0,"0"0"-74"0,0-5-32 15,11-10-21-15,-4 5-28 0,5-1-21 0,2-1-19 16,1 1-4-16,1 2-20 0,1-1-28 16,-2 2 2-16,3-3-34 0,-1 4-9 15,-1-3-7-15,-1 3 5 0,-1 1-3 0,-4 1-29 16,0-1 13-16,-3 2-20 0,-3 0 3 0,-1 2-16 15,-3 2 8-15,0 0-21 0,0 0 0 16,0 0-3-16,-10-5-2 0,8 5-5 0,-3 0 1 16,1 2 0-16,-6 1 3 0,-1 3 1 0,1 1-11 15,2-1 12-15,0 3-13 0,-1 1 2 16,2 2-2-16,1 0 6 0,0 2-10 16,-1 1 3-16,4 2 0 0,-1 0 16 0,-1 2-21 15,2 0 2-15,-1-1-2 0,-1 4-7 16,1-1 6-16,1-1-24 0,-1-1-12 15,0-1-14-15,0-4-23 0,-1-1-13 0,1 1-22 16,0-3-29-16,4-1 13 0,0-10-135 0,0 4-79 16,0-4 9-16,0 0 12 0,11 9 12 15,-7-11 38-15,8-2 13 0,0-3 13 0</inkml:trace>
  <inkml:trace contextRef="#ctx0" brushRef="#br0" timeOffset="29022.84">23262 5266 477 0,'5'-6'298'15,"0"2"-38"-15,-1 1-24 0,-1 2-14 16,-3 1-16-16,0 0-4 0,0 0-39 0,5 11-11 16,-5-6-16-16,2 9-7 0,-2-6-22 0,0 6-8 15,1 1-6-15,0-4-19 0,-1 2-10 16,0-3-20-16,0-3-30 0,0-2-30 16,0 1-39-16,0-3-23 0,3 1 9 0,-2-4-160 15,-1 0-123-15,0 0 20 16,0 0 24-16,0-8 24 0,-1 3 14 0,0-7 19 0,1 5 12 15,0-4-7-15</inkml:trace>
  <inkml:trace contextRef="#ctx0" brushRef="#br0" timeOffset="29148.65">23252 5116 357 0,'0'-5'286'0,"0"0"-38"0,0-1-34 16,0 1-43-16,0 5-11 0,0-6-16 0,0 6-14 15,-4-5-20-15,6 7-26 0,-2-1-47 0,0 1-45 0,3 3-23 16,1 9 3-16,3 4-263 15,-3 1 7-15,0-1 8 0,-2 0 44 0,4 1-3 16,-2-1-1-16</inkml:trace>
  <inkml:trace contextRef="#ctx0" brushRef="#br0" timeOffset="29956.67">23350 5343 287 0,'0'0'277'0,"0"0"-25"0,12-15-20 15,-7 2-26-15,1 1-15 0,0-4-11 16,-2 1-17-16,1-1-7 0,1-3-19 0,-1 2-9 15,0 1-9-15,-2 1 8 0,1 3-24 16,-3 4-16-16,4 1-1 0,-2 1 2 16,1 3-25-16,-1 1 0 0,-1 1-5 0,1 1-8 15,-3 0 10-15,0 0-17 0,0 0-3 0,11 19-4 16,-8-5 15-16,2 3-25 0,-3 1 0 16,0-2-1-16,1 2-2 0,0 0 13 15,-1-1-22-15,1-1 13 0,2 1-16 0,-2-5-1 16,0 1 5-16,0-5-7 0,-1-2 0 15,2-1 13-15,-1-4-13 0,-1 2 5 0,-2-3 10 16,0 0-24-16,0 0 7 0,14-13 2 0,-8 4-8 16,0-2 1-16,1-3 2 15,-2-3 6-15,1 0-14 0,0-1 3 0,0-1 0 16,0 2 12-16,0-2-16 0,1-2 7 0,-1 2-1 16,2 4-2-16,-2 2 1 0,0 2 1 15,1 2 9-15,-4 3 0 0,1 2-14 16,-2 1 1-16,1 3 1 0,-1 0 8 0,-2 0-10 0,0 0 2 15,7 7 0-15,-6-4 2 0,3 9 0 16,0 2-1-16,-1-2 1 0,-2-3 11 16,0 1-13-16,0-2 0 0,1-2 1 0,-2 0 11 15,0-1-14-15,1-1 2 0,1-1 3 0,-1 0-4 16,1 0 2-16,-1-2 2 0,2 0 11 16,-3-1-14-16,0 0-1 0,0 0 4 15,15-10-3-15,-8 3 10 0,-1-3 0 0,1 0-20 16,-2-3 6-16,1 2-2 0,-1 0 0 15,-2 6 18-15,0-1-22 0,-1 3 1 0,0 1 3 16,0 0 12-16,-2 2-14 0,0 0 3 0,0 0 2 16,2 10-3-16,-1 4 4 0,-1-6 3 15,0 3 1-15,0 1 2 0,0 2-9 0,10 15 4 16,-4-17 3-16,0 0 12 0,1-3-6 16,2-2-6-16,5-2 1 0,0-1 7 15,-7-4 12-15,6 0-11 0,17-9 5 0,-13 0-15 16,0 0 4-16,-1-3-1 0,-3-1 12 0,1 0-15 15,-3-3 2-15,-4 0 1 0,-1-3 15 16,-1-2-22-16,-3 2 2 0,0 0 1 0,-2 1 5 16,0 11 12-16,0-3-21 0,0 1 5 15,-9-7 0-15,6 12-1 0,-1 4 2 0,0 1 7 16,1 2 3-16,-3 6-18 0,0 1 7 16,1 4-3-16,1-2 14 0,1 4-15 0,0 1 2 15,3 0 3-15,0-10-3 0,0 5 4 16,10 12 2-16,-4-11 3 0,2-2-10 0,2 0 1 15,-1-1-2-15,0-4 6 0,1-1 4 0,-3-2-36 16,-3-1-39-16,0-2-87 0,-2 1 15 16,-2-1-255-16,0 0 30 0,-3 0 21 0,-1 0 13 15,1-1 56-15,0 0 16 0,0 0 11 16,1-1 1-16,-1 1 41 0,1-1-6 0</inkml:trace>
  <inkml:trace contextRef="#ctx0" brushRef="#br0" timeOffset="31273.45">24033 5145 325 0,'22'-28'339'0,"-15"18"-49"0,2-1-51 0,0 2-19 15,0-1-23-15,-2 2-26 0,0 4-19 16,-2 0-9-16,0 1-17 0,0 3-16 0,-5 0 1 15,0 0-9-15,5 0 6 0,3 10-17 16,-4 1-5-16,-1 1 2 0,0 0-21 0,-2 1-3 16,2-3-2-16,-3 4-7 0,2-3-2 15,-2-3-6-15,2-1 3 0,-1-1 7 0,0-1-23 16,0 0-2-16,0-2 9 0,0 0 4 0,0 0-28 16,1-2 5-16,0 0-7 15,0-1 3-15,-2 0-1 0,7 0-2 0,7-10 9 16,-4 4-19-16,-2-2 6 0,1-3-3 0,-1 0 11 15,-1-2-16-15,0 1-1 0,2-2-3 16,-2 1 7-16,1 2-4 0,-1 3 0 16,-4 1 0-16,1 2-9 0,-2 2 2 0,1 0 0 0,-2 3 2 15,2 0 13-15,-3 0-8 0,7 12 4 16,-5-1-15-16,3 0 4 0,-1 2 3 16,0-2 7-16,1-1 4 0,-1 3-18 0,3-5 6 15,0 1-1-15,1-1 11 0,1-2-16 0,2-6 2 16,-1 2 5-16,-10-2 23 0,12 0-24 15,17-9 18-15,-14 2-23 0,-2-1 5 0,1 0 2 16,0-5 1-16,-3 3 17 0,-2-2-10 16,-2-4-8-16,-3-1-13 0,-1 3 16 15,-2-2-8-15,1 2 3 0,-2 7-11 16,0 0 0-16,-13-7 1 0,9 10 5 0,-1 3-2 16,0 2-3-16,-5 5 1 0,-1 3 6 0,1 1 0 15,0 2 13-15,1 3-15 0,1 1-1 16,2-1 3-16,1 0-1 0,2-2 11 0,0 0-14 15,3-4 4-15,-1-1-1 0,1-8 2 16,0 6 0-16,0-2 2 0,0-4 10 0,10 9-11 16,-6-9 3-16,-1 0 0 0,0-2-1 0,-1 0 13 15,7-5-16-15,-2-3 18 0,0 0-16 16,-2-4 4-16,2 2-2 0,-2-1-2 16,0 3 10-16,-2-1-13 0,-1 4 2 0,2 3 2 15,-3 1 8-15,1 0 2 0,-2 3-9 16,0 0 1-16,0 0 18 0,7 20-13 0,-7-5 7 15,4 5 10-15,-1 4 10 0,-3 5 19 0,1 3-33 16,-1-13 7-16,0 13 0 0,0 11-11 16,0 6 3-16,-8 54-5 0,8-51-2 15,-3 1-8-15,3-4-2 0,-2 0 10 0,0-5-3 16,2-6 9-16,-3-3-13 0,-1-3 29 0,0-6-7 16,-1-3-1-16,-1-3-20 0,-3-3 9 15,0-7 0-15,-2 0 6 0,-3-6-15 0,7-4 3 16,-14-9-2-16,4 2-2 0,3-5 24 0,-3-10-27 15,3-3 6-15,-3-6 11 0,3-3-17 16,0-6-18-16,2-2 11 0,4-2 18 0,-1 1-26 16,4 2 9-16,3 4 0 0,2 19 2 15,0-8-2-15,16-31 22 0,-4 27-31 16,3 1 9-16,3 4 2 0,2 1-6 0,1 1-12 16,0 1-35-16,1 1-18 0,0 2-22 0,-3 1-34 15,0-1 13-15,-4 0-268 0,-3 0-5 16,-5 1 26-16,-3-1 35 0,-4 10 19 15,-10-18 17-15,0 11 14 0,-4 0 43 16,-3 1 3-16,-1 0 5 0</inkml:trace>
  <inkml:trace contextRef="#ctx0" brushRef="#br0" timeOffset="31404.93">23924 4721 340 0,'-13'-7'318'0,"5"3"-64"16,2 2-52-16,1-2-53 0,4 4-128 15,1 0 0-15,0 0-284 0,-9 10 6 0,1 4 4 16,-3-1 33-16</inkml:trace>
  <inkml:trace contextRef="#ctx0" brushRef="#br0" timeOffset="31931.79">23353 5682 464 0,'13'-4'295'0,"0"1"-33"0,0-4-35 16,2 1-13-16,-2-1-28 0,1 1-23 16,-3 0-18-16,0 0-17 0,-4 2-1 0,-1 1 4 15,-3 3 5-15,-1-4-18 0,1 2-13 16,-3 1-1-16,0 1-22 0,0 0 9 0,-10 1-24 15,-1 2-11-15,-2 3-4 0,-1-3 2 16,2 4-17-16,-2-1 12 0,-1 1-15 0,0 0 7 16,3 1-22-16,-1 2 6 0,0-4-2 15,4-1-12-15,2 0 13 0,2-1-12 0,1 0-1 16,1-1-2-16,0-2 1 0,0 2-1 16,2-2 13-16,-1 2-11 0,-1-1-10 0,3-1 17 15,0 1-15-15,0 1 11 0,0 0-14 16,-1 0 3-16,0-1-4 0,1 3 11 0,0-5-12 15,0 8 5-15,0 3-3 0,0 3 4 16,0 1 4-16,0 1-9 0,0 1 5 0,0 2-6 16,0 0 19-16,0 1 1 0,7 18-18 15,-4-19 0-15,-1 2 12 0,1-3-15 0,1 2 19 16,3-4-4-16,0-1-12 0,1-1-2 16,0-3 2-16,0-3-4 0,-1-4 21 0,1-3-21 15,-8-1 1-15,12 0 13 0,15-9-32 0,-13-3-33 16,0-1-20-16,-3-2-48 0,1-1-14 15,-2 1 13-15,-3-3-143 0,-1-4-70 16,-2 4-11-16,-2-4 19 0,-1 3 21 0,-1 9 25 16,-11-16 26-16,3 13 1 0,-3 1 16 15,-1 3 5-15</inkml:trace>
  <inkml:trace contextRef="#ctx0" brushRef="#br0" timeOffset="32353.8">23262 5856 222 0,'0'0'240'15,"9"2"-38"-15,8-5-21 0,-7 3-24 16,22-9-4-16,-12 2-24 0,3 1-18 0,-1-2-15 16,0 0-3-16,-3 1-2 0,3-2-21 15,-3 2-11-15,0 0-12 0,-1-1-3 0,-1-1-5 16,-4 1 1-16,-3 4 6 0,-2-3-2 16,-2 2 11-16,1 4 8 0,-3-2 5 0,-1 0-3 15,1 1-2-15,-1 2-11 0,-2 0 2 16,1 0-1-16,-2 0-7 0,0 0-5 0,0 0-2 15,4 9-11-15,-1 4 10 0,1 3-3 16,-4 0-2-16,3 0-7 0,1 2-9 0,-1 0 8 16,1 1-9-16,-1-2 5 0,1-1 1 15,1-2-7-15,0-4 13 0,-3-2-13 0,-1-2 5 16,3-1 3-16,-1-2 12 0,-1 0 4 0,-2-3-3 16,0 0-1-16,0 0 11 0,14-14-2 15,-9 1-19-15,-1 2-2 0,2-6-2 0,-2 2-1 16,1-3 8-16,0-2-16 0,-3 1-8 15,3-2-5-15,-2 2-7 0,1 4-25 16,-1 2-32-16,-1 1-23 0,1 3-14 0,-1 3-23 16,0 3 12-16,0 0-142 0,-1 2-93 15,-1 1 20-15,0 0 17 0,0 0 11 0,0 0 44 16,4 10 12-16,-3-7 13 0,3 9 3 16</inkml:trace>
  <inkml:trace contextRef="#ctx0" brushRef="#br0" timeOffset="33403.67">23791 5841 254 0,'3'1'309'16,"0"-1"-50"-16,-3 0-23 0,0 0-26 16,0 0-25-16,20-9-24 0,-11 1-10 0,-4 1-19 15,1-2-8-15,0 0-10 0,-1-1-13 0,-1-3-8 16,-1 3-15-16,-2-1-1 0,-1 3 1 16,0 8 8-16,0-6-12 0,0-1-8 15,0 3-8-15,0 4-4 0,-8-12 3 0,6 12-15 16,-1 0-2-16,0 0-6 0,-5 6-7 15,0 4 8-15,3 0-9 0,-1 2-6 0,1 0 8 16,1 2-16-16,3 1 5 0,-1-1-2 0,2-1-2 16,0-7 2-16,0 0-4 0,0 5 0 15,14 9 8-15,-7-14-12 0,1 1 8 16,-1-6-10-16,1 2-3 0,0-1 6 0,-2-2-2 0,4 0-2 16,15-12 1-16,-11 6-4 0,1-5-1 15,-3 0 3-15,1-2-1 0,-2-1 13 16,-2-1-16-16,1 0 4 0,-3 0 1 0,0 0 11 15,0 1-14-15,-2 3 9 0,-1 3 17 0,-2 1-18 16,1 3 3-16,-3 0 18 0,2 1-9 16,-2 2 6-16,1 1-21 0,-1 0 7 0,0 0 0 15,0 0-4-15,4 8 4 0,-3-5-11 16,1 12 17-16,1-1-17 0,-2-1 2 16,1 1 0-16,-1-1-1 0,3-2 18 0,-2 0-26 15,0-3 5-15,1 0 25 0,0-2-11 0,-2-1-19 16,2 0 6-16,1-2 3 0,0-1 19 15,-1 0-4-15,2-2-28 0,-1 0 7 16,2 0 1-16,3 0 14 0,11-13-19 0,-10 5 4 16,0-2 2-16,1-3 1 0,-1-1 7 15,-1-2-14-15,0 0 5 0,1-1 0 0,-3 1-1 16,1 3 19-16,-1 2-28 0,-3 4 8 0,1 1 15 16,-2 1-6-16,-2 4-11 15,1 0 1-15,-2 1 0 0,0 0 17 0,0 0-21 0,5 11 5 16,-4-7-1-16,0 10 2 0,-1-4 6 15,4 4 9-15,-1-3-17 0,-3 4 2 16,5-1 9-16,-3-1-15 0,3-2 5 0,-2-4 2 16,0-3 0-16,1-2 13 0,0-1-2 0,1-1-10 15,-5 0 10-15,10 0-12 0,12-17-4 16,-11 7 6-16,-1-4 18 0,0-1-13 0,0-3-9 16,-3-1 1-16,-1 0-1 0,-1-4 11 15,-1-4-15-15,-2-3 3 0,1-1 6 0,-3-4 6 16,0 17-17-16,0-8 11 0,0-1 27 15,0 0-14-15,0 2-8 0,0-1 9 0,0 3 2 16,0 2 0-16,0 4-4 0,0 3-11 0,0 4 9 16,0 5-1-16,-5 2 16 15,5 6-15-15,1 4-1 0,0 8 3 0,-1-3 6 0,0 6 26 16,0 3-29-16,0 3 12 0,0 2-4 16,0 2-1-16,0 0 5 0,0-2-2 15,0 1-2-15,10 21-1 0,-5-27 10 0,2-2-3 16,1-4-4-16,1-1-3 0,0-1-10 0,1-5-11 15,-1-7 2-15,-9-1 27 0,10 0-2 16,13-9-5-16,-13-1-14 0,0-1-2 0,-1-5-1 16,-3-1 0-16,0-6-4 0,-1 4 0 15,-2-4-11-15,-1 1-1 0,-1 0 1 16,1 4 7-16,-1 1-1 0,0 1 8 0,1 3-2 16,-2 5-10-16,0 8 2 0,0 0 18 0,0 0-2 15,2-4 1-15,-2 10-2 0,3 5-1 16,2 2-2-16,0 3-14 0,1 3 1 0,2-2 21 15,-1 1-6-15,2-2-9 0,-2 1-5 16,1-1 0-16,1 2 0 0,-1-1 28 16,1-2 4-16,-2 3 18 0,0-3 11 0,-4-2-3 15,-3-13 4-15,0 10-10 0,-9 9-4 0,1-9-12 16,-2-3-19-16,-4-2-3 0,-5-3-113 16,10-2-47-16,-7 0-22 0,-19-11-33 0,16 3-56 15,0-5 24-15,-1 0-216 0,0-3 54 16,-2 0-7-16,1 0 50 0,0 2 13 0,0-2 48 15,1 2 5-15,1 2 14 0,1 0 214 16,3 2 4-16</inkml:trace>
  <inkml:trace contextRef="#ctx0" brushRef="#br0" timeOffset="33515.48">24230 5544 1133 0,'-10'-10'119'16,"4"4"-13"-16,3 1 2 0,1 0 23 15,2 5-18-15,11-14-1 0,0 5-19 0,3 0-11 16,3 3 0-16,2 0 8 0,3-1 2 16,-2 1-13-16,2 0-12 0,1-1 1 0,1 2-20 15,0 0-56-15,0 1-88 0,-2-3 8 16,-2 0-252-16,0 0 26 0,-1 0 24 0,0-1 23 15,-5 0 29-15,3 4 6 0,-6-3 3 0</inkml:trace>
  <inkml:trace contextRef="#ctx0" brushRef="#br0" timeOffset="33676.26">24799 5476 726 0,'1'1'486'16,"1"0"-74"-16,-2 1-56 15,0-1-377-15,-2-2 2 0,1 1-285 0,-2 0 14 0,-1-2 11 16,-9 0 63-16,1-3-7 0,-4 1 6 16</inkml:trace>
  <inkml:trace contextRef="#ctx0" brushRef="#br0" timeOffset="40066.85">5586 5812 391 0,'-2'-11'270'0,"0"4"-26"0,0 1-45 0,2 4-17 15,-2-1-23-15,2 3-12 0,2-2-10 16,-2 4-4-16,2 2-12 0,3 9-17 16,1 4 0-16,1 2-12 0,0 0-7 0,0 1-16 15,1 4 1-15,1 3-8 0,1 1-2 16,0-1-8-16,-2 0-8 0,1-4-3 0,1-1-4 15,-2-2-5-15,1-2-3 0,0 1-24 0,-2-4-40 16,0-4-43-16,1-1 7 0,-3-7-256 16,-5-3-14-16,0-4 45 0,-3-2 16 0,-3-6 21 15,-2-5 20-15,-2 1 8 0,1 2 19 16,0-5-16-16</inkml:trace>
  <inkml:trace contextRef="#ctx0" brushRef="#br0" timeOffset="40434.86">5518 5648 394 0,'-11'-14'208'16,"-2"6"-26"-16,2 4-23 0,4 4-30 0,-13 14-6 15,8 0-11-15,0 4-14 0,1 6-5 16,1 3-7-16,3 4-11 0,0 6 0 0,2 1 0 16,2 5-9-16,1 1-16 0,2-21 10 0,9 47-5 15,-2-22-5-15,3-4-7 0,2-3-4 16,2-4 5-16,2-6-12 0,0-1 3 15,3-7-11-15,1-5 6 0,2-6 6 0,4-6-7 16,-11-6 2-16,34-11 5 0,-16-4-12 16,0-3 6-16,0-8-13 0,-2 0 5 0,-2-5 5 15,-3 1-2-15,-2-2-2 0,-3 0-3 0,-5 0 1 16,-8-5 0-16,-2 2 2 0,-6 0-14 16,0 18 8-16,-12-32-4 0,-1 19 0 15,-3 3 4-15,-4 1-4 0,-1 2-2 0,-1 7-10 16,-3 2 6-16,-2 4-11 0,0 7-11 15,1 2-9-15,14 2-29 0,-25 11-33 16,17 0 8-16,1 5-162 0,3 2-87 0,3 3 15 16,2 1 25-16,1 3 16 0,6 8 42 15,2 3 1-15,2-17 20 0,9 38 6 0</inkml:trace>
  <inkml:trace contextRef="#ctx0" brushRef="#br0" timeOffset="41148.26">5952 7276 494 0,'-8'4'270'0,"2"-3"-33"0,1-1-38 16,5 0-16-16,-6-9-18 0,5 4-25 0,2-9-8 15,-1 7-4-15,0-4-30 0,14-16 0 16,-6 11-14-16,4 2-6 0,-1 2-6 0,3 3-7 16,-1 6-8-16,-3 0-5 0,-5 3-6 15,11 9-2-15,-8 2-5 0,-3 7-5 0,-1 1-8 16,-3 5 3-16,-1-11-3 0,0 7-4 16,-8 32-1-16,1-17-2 0,-1-2-2 0,2-3-3 15,-3 1-9-15,2-6 5 0,1 1 3 16,-1-4-2-16,2-1 2 0,0-2-6 0,1-4-1 15,2-3 2-15,0-8-3 0,2-4-10 0,4-2 8 16,-1-3-1-16,6-8 0 0,0-4 0 16,-1-1 7-16,1-2-5 0,3-3 4 0,-2-3-6 15,2-1 0-15,-1-3-1 0,-2-2 0 16,1 1-3-16,-4 1 5 0,0 2 1 16,-1 0-3-16,-3 2 4 0,-1 0-14 0,-1 15 11 0,0-7 3 15,-15-20-3-15,4 21 0 16,-2-1 0-16,-3 3 0 0,-1 3 0 0,-2 3 1 0,0 3 4 15,-5 5 0-15,12 1-6 0,-20 8 1 16,11 3-1-16,0 5 3 0,1 8 0 16,0 8 1-16,5-1-4 0,2 4-5 0,3 3 5 15,3 1 0-15,3-1 4 0,4-18-4 16,0 10-10-16,11 39 9 0,0-31 6 0,4-3-3 16,4-6 0-16,2-4-11 0,-1-5 13 15,4-6 5-15,1-6-3 0,1-7 7 0,-12-1 2 16,26-17-2-16,-13-1 9 0,-1-6-5 0,-2-7 5 15,1-6 2-15,-2 0-2 0,-4-1 8 16,-4 1-8-16,-4 3-6 0,-3-1 3 16,-5 3-1-16,-3 17-8 0,0-8 2 0,-13-26 3 15,-3 25 0-15,-4 5-7 0,-2 3-5 16,-3 5-1-16,-1 6-8 0,13 5-15 0,-8 0-16 16,-27 16-16-16,22 2-21 0,-2 5-10 0,2 4-42 15,2 10 13-15,-1 6-219 16,5 2-22-16,1 3 28 0,4 5 20 0,-1 0 42 15,2 5 7-15,4 0 22 0,1 2 6 0,3 0-2 16</inkml:trace>
  <inkml:trace contextRef="#ctx0" brushRef="#br0" timeOffset="41598.93">5867 8650 526 0,'0'0'309'16,"-19"-9"-45"-16,11-1-49 0,1 1-14 0,2-2-17 16,2-5-28-16,3 9-16 0,0-8-15 15,16-16-15-15,-8 13-15 0,4 4-6 16,0-1-10-16,3 6-5 0,-1-1-10 0,0 4-8 16,-2 4-6-16,1 1-3 0,-7 1-14 0,2 0 8 15,10 16-7-15,-10-5-2 0,-1 5-7 16,-2-1-1-16,-1 4-10 0,-2 3 10 0,-2-2 0 15,0 1-17-15,0-9 12 0,0 5-2 16,0 0-5-16,0 1 1 0,-9 17-2 16,9-22 0-16,-1 0-6 0,1-4 1 0,-1-2 0 15,1-7-2-15,0 0 2 0,0 0-12 0,0 0 8 16,11 6 5-16,-7-8-1 0,9-2-3 16,-2-1 1-16,0 0 0 0,-2 3-2 15,3 0-10-15,-3 0 11 0,-9 2 0 0,7 0-2 16,10 8 4-16,-9 0-5 0,-2 1 1 15,-2 4 4-15,-3 1-6 0,0 2 3 0,-1 1-2 16,0-10-3-16,0 7 0 0,-12 15-14 0,5-14-20 16,0-2-38-16,-3-2-56 0,-1-2 12 15,-2-6-201-15,6-3-23 0,-3 0 20 0,-15-12 27 16,11 0 29-16,0-4 16 0,-1-4 15 16,0-3 5-16,0-3 21 0</inkml:trace>
  <inkml:trace contextRef="#ctx0" brushRef="#br0" timeOffset="41963.41">5816 8251 371 0,'-19'-7'218'0,"-2"3"-40"0,-2 4-1 15,13 0-16-15,-19 18-19 0,8 2-11 16,4 6-9-16,0 5-1 0,0 5-16 16,5 6 3-16,2 2-18 0,1 5 11 0,5 0-6 15,4-23-11-15,0 13-2 0,12 55-4 16,3-37-3-16,3-2-13 0,5-6 6 0,2-3-1 15,5-7-13-15,-1-4 1 0,2-8-5 0,2-8-2 16,-1-4-9-16,3-9 5 0,-18-6-8 16,35-19 15-16,-18-5-15 0,-4-6 1 15,-1-6-5-15,0-6-1 0,-4-5-4 0,-3-4 3 16,-5 0-4-16,-2 2 0 0,-5-1 0 0,-4 2 10 16,-6 23-9-16,-11-48 0 0,0 26 1 15,-7 6-7-15,-4 2-5 0,-2 4-1 0,-4 6 8 16,-3 4-13-16,0 9 2 0,-2 5 0 15,1 6 9-15,14 5-15 0,-28 13-10 16,19 0-18-16,2 4-23 0,3 4-35 0,1 3-37 16,5 3 10-16,2 2-220 0,3-2-54 0,4 1 45 15,3-2 27-15,0-4 14 0,1-2 31 16,3-13 36-16,0 3 18 0,18 6-8 0,-8-16 11 16,-1 0 31-16</inkml:trace>
  <inkml:trace contextRef="#ctx0" brushRef="#br0" timeOffset="46190.82">14658 5555 500 0,'4'-11'280'15,"-3"3"-34"-15,1 2-22 0,-1 1-34 0,1 1-31 16,-1 1-6-16,-1-1-22 0,1 3-9 16,-1 0-15-16,2 1-7 0,-2 0-6 0,0 0-13 15,4 17-14-15,-3-4-4 0,2 0 0 16,-1 3-6-16,0 1-7 0,0 1-17 0,-2-10 1 15,0 3-13-15,0 2-19 0,0 3-48 16,0-2-36-16,0 1-25 0,0-1 10 0,0-3-191 16,-9 6-25-16,9-12 21 0,-1-3 20 0,0-2 3 15,1 0 22-15,1 0 30 0,0-3 4 16</inkml:trace>
  <inkml:trace contextRef="#ctx0" brushRef="#br0" timeOffset="46962.35">14655 5417 377 0,'-4'-12'225'0,"-2"-2"-27"15,-3 5-32-15,-2 0-6 0,0 6-22 16,-2-2-19-16,-1 5-19 0,7 0-1 16,-17 10-11-16,9 1-8 0,1 1-6 0,-2 3-13 15,2 2 1-15,0 9 2 0,0 3 2 16,0 4-14-16,2 1-7 0,3 3 8 0,0 4-4 15,5-1-1-15,2 1-6 0,1-1-5 0,1-20-5 16,0 9 2-16,20 37-3 0,-5-32 0 16,2-5 0-16,4-4-6 0,3-4 6 15,2-3 4-15,0-6-7 0,3-3-2 0,0-5 4 16,-13-4 3-16,30-10-6 0,-15-6 2 16,-1-3-1-16,-1-4-4 0,-3-6 5 0,-2-2-6 15,-2-3-1-15,-3-4-5 0,-5 0-10 0,-3-5 8 16,-4-1 0-16,-4 1-7 0,-3 20 2 15,-10-38-3-15,2 23 1 0,-7 6-11 0,0 3 8 16,-2 2-7-16,-4 6-11 0,-2 4-13 16,-1 4-12-16,0 5-23 0,2 3-26 0,9 5 10 15,-22 8-223-15,14 3-34 0,-2 2 19 16,2 6 35-16,3 2 17 0,2 6 15 0,1 2 18 16,2 3 19-16,2 4 6 0</inkml:trace>
  <inkml:trace contextRef="#ctx0" brushRef="#br0" timeOffset="47762.1">14787 7227 523 0,'-8'-5'320'15,"2"-1"-44"-15,2 1-31 0,0 0-32 0,1 2-17 16,2-2-32-16,1 5-14 0,0 0-19 15,0-6-21-15,0 1-3 0,12-7-14 0,-3 4-2 16,1 1-17-16,1 4-7 0,-3 0-9 16,-2 3-10-16,-6 0 3 0,7 0-3 0,-7 0-8 15,11 11-2-15,-7 1 0 0,-1 3-4 0,-3-6-9 16,0 6-1-16,-10 22 2 0,5-18-11 16,-4 2 6-16,1 1-7 0,-1-2-5 15,0 0 4-15,-3-2-5 0,2 0 5 0,2 0 1 16,-3-2-2-16,5-3-3 0,0-1-2 15,1-2 2-15,2-4-1 0,3-2 1 0,0-4-9 16,4 1 4-16,0-5 0 0,5-3 2 16,1-2-3-16,2-4 1 0,4-4 1 15,1-3-1-15,-2-2 9 0,1-1-11 0,1-1 6 16,-2 1-6-16,1-3-4 0,-4 0 4 0,3 1 9 16,-7 2-12-16,0-2 2 0,-3 1 0 15,-2 0 3-15,-3 12-10 0,0-4 7 0,-13-22-1 16,4 21 4-16,-5 5 3 0,2 2-7 15,-4 3 0-15,-2 4 5 0,6 3-2 0,-6 0-1 16,-21 12-1-16,18-4 12 0,-1 6-11 16,1 2 5-16,4 6-1 0,0 3-4 0,3 3 4 15,0 4 0-15,6 3-2 0,2 2 12 16,6-18-17-16,0 9 12 0,13 36-10 0,-5-29-1 16,2-4 6-16,4-2-6 0,2-4 1 15,3-4-1-15,0-4 13 0,2-3-15 0,-1-7 4 16,6-5-2-16,-14-2 2 0,23-12-1 15,-14-2 4-15,-1 0 12 0,0-6 1 0,-3-3-12 16,-2-3 2-16,-4-1-3 0,2-3 9 0,-6-7-2 16,-4 0-13-16,0-3 4 15,-3 20-2-15,-10-40 8 0,1 21-11 0,1 4 0 16,-2 4-4-16,-3 3-7 0,-1 6-4 0,-3 5-22 16,-1 8-39-16,-5 6-24 0,11 3-20 15,-21 12-47-15,16 2 15 0,-4 3-145 0,4 8-32 16,2 2 8-16,-1 7 28 0,2 4 19 0,0 2 31 15,4 9 12-15,2 2 23 0,4-1-6 16,1 1 12-16</inkml:trace>
  <inkml:trace contextRef="#ctx0" brushRef="#br0" timeOffset="48247.27">14785 8306 314 0,'-12'3'433'0,"4"-2"-81"0,1-1-40 16,7 0-59-16,0 0-24 0,-5 0-29 15,0-8-8-15,5 5-44 0,4-7-7 0,2 2-17 16,2-3-15-16,3 2 3 0,1-1-27 16,0 4-10-16,1 0-4 0,-2 1-19 0,-2 2-5 15,-1 3-2-15,-8 0-5 0,6 0-3 0,1 8-6 16,-4-3-4-16,-3 1 13 0,-2 8-5 15,2-7-18-15,-7 18 3 0,3-7 2 16,-2-1 10-16,-2-1-21 0,0 0 17 0,1-2-14 16,-2 1-2-16,2-2 18 0,1-2-21 0,4-1 12 15,0-1-22-15,2-4 7 0,0-5 0 16,0 6-3-16,13 6 16 0,-2-5-1 16,2-2-16-16,1 1-5 0,0-2 15 0,1-1-20 15,1 2 5-15,-1 1 2 0,2-1 2 16,-4 2-6-16,-3 0 7 0,-3 3-2 0,0 0 14 15,-3 1 0-15,1 1-19 0,-4 1 5 0,-1-6 2 16,0 5-7-16,-16 14 10 16,8-12-5-16,-6-3-31 0,1-1-5 0,-4-2-32 15,0 0-5-15,-1-5-35 0,-2-1-20 0,12-2-39 16,-3 0 15-16,-4 0-158 0,-11-13-45 16,14 4 31-16,5-1 27 0,0-2 19 0,2-2 15 15,2-2 28-15,3 0-7 0,0 6 20 16</inkml:trace>
  <inkml:trace contextRef="#ctx0" brushRef="#br0" timeOffset="48596.23">14855 8258 433 0,'0'-7'279'0,"0"-5"-19"0,-16-9-22 0,9 11-8 16,-2 5-17-16,-6 3-17 0,8 2-15 0,-5 0-23 16,-15 14-11-16,11-3-23 0,0 8 2 15,0 0 6-15,2 6-2 0,-2 2-26 16,4 1 1-16,3 6 2 0,4 4 2 0,0 1 10 15,4 0-43-15,1-20 5 0,0 8-3 0,16 36-8 16,-4-30 1-16,5-6-21 0,0-3-3 16,1-5-4-16,3-4 2 0,-1-6-14 0,1-4-2 15,-8-5-4-15,21-11-2 0,-12-2-8 16,2-12 17-16,-1-4-20 0,0-2 4 16,-1-2 1-16,-4-2-3 0,-2-3-2 0,-2-2 26 15,-1-1-5-15,-8-1-25 0,-2-1 3 16,-3 20-16-16,0-13-5 0,-15-46 0 0,3 39-14 15,0 5 6-15,-4 5-11 0,-4 8-12 0,-1 6-11 16,2 9-9-16,-4 8-15 0,10 2-13 0,-22 17-36 16,7 6-60-16,0 5 15 15,1 6-117-15,2 5-79 0,-2 5 8 0,1 6 38 16,4 5 41-16,-4 4-6 0,1 4 7 0,0 2 54 16</inkml:trace>
  <inkml:trace contextRef="#ctx0" brushRef="#br0" timeOffset="49094">14476 9748 307 0,'0'0'289'0,"0"-4"-33"0,0 4-40 16,0-6 12-16,0 6 2 0,0 0-12 15,0 0-14-15,7-8-31 0,-4 10-16 0,4 6-14 16,0 2-10-16,-3 0-18 0,2 2-9 0,-1 2-7 16,0 4-17-16,0-2 12 0,2 0-21 15,0 0-12-15,-1-1 12 0,0 0-28 0,1-2 2 16,0 0-9-16,-2-2 8 0,2-3-18 15,2 0 12-15,-2-5-21 0,0-3 17 0,-7 0-5 16,4 0-19-16,10-16-5 0,-7 1 13 16,0 0-24-16,-1-3 4 0,-2 1-1 0,3-1-4 15,-1 2 16-15,-5 2-18 0,5 3-1 16,0 1 5-16,-4 2 3 0,1 3 0 0,0 3 7 16,1 2 3-16,-4 0-10 0,0 0 10 15,14 16-13-15,-7-3 5 0,0 4-3 0,2 0 18 16,1 1-14-16,-3 2-4 0,1 1 9 15,1 0-11-15,1 1-6 0,-3-2-17 0,1 1-28 16,-2-3-8-16,2-2-19 0,-2 2-58 16,1-2 15-16,-2-4-132 0,-2-6-64 0,2-5-27 15,-5-1 1-15,0 0 40 0,0-9 37 16,-3-4 18-16,3 4 8 0,-9-20 13 0,5 5 3 16</inkml:trace>
  <inkml:trace contextRef="#ctx0" brushRef="#br0" timeOffset="49480.12">14563 9627 553 0,'-20'-5'303'16,"-5"3"-48"-16,3 2-5 0,10 0-14 0,-17 8-16 15,10 2-19-15,3 1 1 0,1 5-41 16,3 1-13-16,2 6-13 0,1 4-5 0,4 2-5 16,5 3-12-16,0-13-1 0,0 10-11 0,15 41 16 15,-1-24-36-15,3-3 4 0,4 0-12 16,1-4-6-16,3-4-8 0,0-5 24 15,3 0-10-15,-1-6-32 0,3-3-5 0,-1-5-8 16,0-5 1-16,0-8 0 0,-13-3-1 16,27-10-3-16,-17-4-2 0,1-2-2 0,-3-6 3 15,-2-5-16-15,-1-5-2 0,-2 0 5 0,-3-4 4 16,0-2-4-16,-6-4-1 0,-3 0-5 16,-3-4 1-16,-4 25-2 0,0-11 0 0,-17-40 26 15,4 32-1-15,-2 2-29 0,-2 5 7 16,-4 2-1-16,-2 1 0 0,-3 7-6 15,-4 5-17-15,0 5 22 0,-1 5-9 0,0 8 10 16,16 0-16-16,-27 8-3 0,16 5-15 16,2 2-13-16,0 4 6 0,2 2-29 0,3 5-21 15,4-1-12-15,2 1-10 0,2 2-14 16,3-1-31-16,3-2 15 0,1-3-146 0,3 0-99 16,1-3 35-16,0-12 20 0,0 2 22 0,0-2 30 15,9 1 16-15</inkml:trace>
  <inkml:trace contextRef="#ctx0" brushRef="#br0" timeOffset="78868.44">19778 5627 557 0,'0'0'330'0,"0"-6"-53"16,0 0-36-16,0 2-37 0,0 4-12 0,0 0-23 15,-2-8-18-15,2 11 1 0,0 0-22 16,0 13-10-16,0-8-11 0,0 7 0 0,0 4-23 15,0 1-6-15,0 1-10 0,0 3 9 16,0-3-22-16,0 1-7 0,0-2-7 0,0 0-5 16,0-1-1-16,0-3-10 0,0 0-27 15,0-3-23-15,0-3-20 0,0-1-27 0,0-3-31 16,0-1-47-16,2 3 14 0,-4-7-139 16,-1 0-60-16,1-2 22 0,0 0 12 0,1-4 23 15,-2-7 9-15,-3-1 33 0,2-5 11 16,3-1 7-16</inkml:trace>
  <inkml:trace contextRef="#ctx0" brushRef="#br0" timeOffset="79262.53">19796 5513 252 0,'0'-22'301'0,"3"3"-35"16,-3 11-32-16,0-5-27 0,0 1-17 16,-13-9-24-16,6 16-18 0,0 2-22 0,0 3 1 15,1 0-10-15,-15 15-3 0,7-4-13 0,-1 6 8 16,-4 7 13-16,1 5-17 0,1 4-6 15,0 1-11-15,2 1-4 0,1 2-12 16,1 2 1-16,3-2-4 0,2-2-9 0,2 0 2 16,2-1-17-16,4-17-3 0,0 4 11 15,14 30-4-15,-4-26-6 0,1-5 14 16,6-4-16-16,3-2 5 0,2-7-1 0,1-1 23 16,2-6-27-16,-12 0 11 0,32-16 7 15,-14 0-6-15,-3-2 19 0,2-3-17 0,-4-4 9 0,-2-4 4 16,-4 0-26-16,-2-5 6 0,-5 0-4 15,-3-3-6-15,-6 2-13 0,-4 14 0 16,0-6-6-16,-14-33 2 0,0 29 9 0,-2 5-21 16,-2 4-1-16,0 4-66 0,-3 3-22 15,-2 5-52-15,-1 5-36 0,-3 3-68 0,16 2 21 16,-24 13-214-16,12-2 45 0,2 1 19 16,0 2 31-16,0 4 22 0,3 1 30 0,2 1 25 15,1 2 23-15,2 2 11 0,6 1 16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14:49:34.2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16432 8346 299 0,'-1'1'184'16,"0"2"-14"-16,1-2-17 0,0-1 3 15,0 0-20-15,0 0-7 0,0 0 5 0,0 0-7 16,0 0-11-16,0 0 7 0,0 0 10 0,0 0-7 16,0 6 13-16,0-6-7 0,0 0-5 15,0 0-10-15,0 0-7 0,0 0-7 16,0 0 7-16,0 0-21 0,5 6-5 0,-5-6-1 16,-1-2-10-16,0 1 1 0,1-1 9 15,-1 1-15-15,1 0 10 0,-2 0-19 0,2 1-7 16,0 0-5-16,0 0 12 0,0 0-23 0,-15-13 12 15,8 9-13-15,-3 0 12 0,-1-1-21 16,1 1 10-16,0-1 0 0,-3 3-4 0,1 0 19 16,-1 0-39-16,7 2 12 0,-6 0 0 15,0 0 11-15,-3 0-1 0,-18 9-4 0,14-6 12 16,0 4-2-16,-1-3-5 0,1 3 17 16,-1-1-12-16,0 1 2 0,1 1 6 0,-2 1-11 15,2-1 1-15,1-1-4 0,-1-1-3 16,1 4-5-16,3-1 2 0,-3 1-9 15,3-2-2-15,1 3 3 0,0 0-6 0,1 0 4 16,1 0 2-16,-1 1-11 0,2-1 5 0,1 3 1 16,0-2-5-16,2 2-3 0,1-2 11 15,-2 3-22-15,1-2 15 0,1 0-3 0,0-1 0 16,0 1-5-16,4 1 11 0,-3-1-2 0,5 3 1 16,-3-3 2-16,2 1-3 15,2 0-4-15,-1 0-1 0,1 0 11 0,0-8-3 0,0 4-7 16,0 1 3-16,0 3 5 0,8 10-3 15,-2-11-2-15,-2-1-1 0,2 0 6 16,1 0 5-16,0 0-5 0,0-1-4 0,3 1-2 0,0 1-1 16,0-3 7-16,1 2-1 0,3-2-5 15,1-1-1-15,-1 2-5 0,0-2 4 16,1-1 3-16,1 0-9 0,-2 0 1 0,1 1 2 16,-2-1 5-16,0 1-4 0,1 0 0 15,1-3 3-15,2 2 2 0,1-3 1 16,-1 1 5-16,2-1-6 0,0-2-2 0,0 2 4 15,3-2 2-15,-1 1-4 0,0-1-5 0,1-2 11 16,0 1-5-16,2-1 1 0,2 1-6 16,-1-2 1-16,-13 0 13 0,7 0-2 15,3 0 6-15,0 0-3 0,1 0 1 0,1 0 0 16,21-9-2-16,-22 4-5 0,1 2 2 0,-2-1 2 16,1 1-4-16,-2-3 1 0,1 1 2 15,0 0 6-15,-4 2-6 0,3-4-4 0,-1 0-4 16,-2 4 16-16,-1-5-2 0,1 3-2 15,-1 0-4-15,-1-1 2 0,1-1-5 0,-3-1 5 16,-1 2-4-16,1-4-2 0,0 3 6 0,-2-2 0 16,0 0-1-16,-4 1 0 0,2-2 5 15,-3 1-2-15,4-1-1 0,-2-3-1 16,-2 2 6-16,1-2-13 0,-1 0 3 0,-1 1-1 16,-2-1-6-16,2-1 6 0,-3 1-1 15,1-2-2-15,-1 0 2 0,-2 2 4 0,2-1-2 16,-2-1 11-16,-1 4-16 0,0 0 15 15,0 4-13-15,0-4 4 0,0 0 1 0,0-2-3 16,-10-11 4-16,6 12 4 0,-1-2 8 16,2 2-6-16,-3 0 8 0,0 0-14 0,1-1 0 15,-2 2 9-15,0 0-17 0,-2 0 17 16,2 0-18-16,-3 1-1 0,-2-1 4 0,0-2-1 16,1 4 22-16,-3-3-32 0,1 3 5 15,-2-1-1-15,-1 3 0 0,1-2 10 0,-1 4-8 16,-1-2 8-16,-1 2 1 0,1-2-20 0,0 3 27 15,1-3-18-15,1 4 18 0,0-2-27 16,2 1 0-16,-1-2-1 0,1 5 1 0,3-2 5 16,1 0 16-16,-4 2-18 0,4-1-2 15,1 0 5-15,0 2 5 0,0 0-12 0,0 0-6 16,1 0 23-16,7 0-21 0,-5 0 5 16,-5 0 0-16,-1 0 2 0,-16 9 3 15,11-6-12-15,3 1 6 0,-1-2 1 0,1 2-4 0,-2-2 3 16,5-1 1-16,1 2 1 0,-4-1 0 15,3-1 2-15,1 0-7 0,1 1-17 16,-5-1-6-16,4 2-23 0,9-3-28 16,-8 0-20-16,1 0-39 0,0 0-41 0,1 0 14 15,0 0-125-15,1 0-47 0,5 0 30 0,-7 0-254 16,2 0 53-16,5 0 40 0,-7 0 51 16,-11 4 30-16,10-1 30 0,-3 1 25 0,3-2 35 15,3 3 19-15,1-2 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14:52:49.9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1788 5563 596 0,'-4'-4'325'0,"4"3"-58"16,-3-2-26-16,3 0-24 0,-3 3-26 0,2-1-26 15,1 0-8-15,0 1-23 0,0 0-10 16,0 2-11-16,0 1-14 0,2 1-5 0,3 9-7 15,-1 2-15-15,3-2 4 0,-4-1-13 16,1 1-12-16,0-2-4 0,2-3-5 0,-3-1-4 16,-2-1-1-16,2-1-4 0,0-3 8 15,-2 1 10-15,0-3-22 0,-1 0 4 0,0-5-6 16,0 0-4-16,0-9-1 0,0 4 4 0,0-8-4 16,0-1-6-16,0-4 12 0,-11-25-21 15,6 17 4-15,0-1 0 0,2 2-5 0,1-1 2 16,-1 0-1-16,0 3-1 0,0 2-2 15,2 3-2-15,-1 1 0 0,2 14 0 0,0-3-3 16,0-1 1-16,0 5 2 0,0 2-2 16,9-1 3-16,-6 8 5 0,0 2-13 0,4 5 4 15,0 3-1-15,-2-1 4 16,2 0 1-16,0 2 9 0,-2-3-17 0,-1 1 4 16,-1-3 1-16,1-2-2 0,-1-2 4 0,1 0-3 15,-3-1 2-15,1-1 0 0,-2-2 1 16,2 1 0-16,-2-1-3 0,0 0 1 0,0 0 2 15,0 0-2-15,2-9 10 0,-2 6-14 16,0-1 3-16,-3 1 3 0,-1-5-7 0,0 1 7 16,1 1-3-16,-1 2 3 0,2 0 9 0,-2 1-17 15,3 3 7-15,-2 0-1 0,1 0-5 16,1 3 15-16,-3 8-10 0,1 6-4 16,1 4 1-16,2 2 2 0,0-12 0 0,0 8 0 15,0 3 0-15,0 3 0 0,12 24-1 0,-9-22 10 16,4-1-13-16,0-2 5 0,2 3-1 15,-1-7 3-15,3-1-1 0,-1-2 8 16,0-3-17-16,-1-3 4 0,3-1 2 0,-2-5-1 16,1-2 2-16,-11-3 1 0,21-8-2 15,-11-7-2-15,3 1 5 0,-5-4-3 0,2 1 1 16,-3-1 15-16,0-3-16 0,-1 1 16 0,-2-3-16 16,-1 0-2-16,-2-1 1 0,0 1 0 15,-1 1 12-15,2 3-7 0,-2 11 1 16,0-3-5-16,0-1-2 0,0 4 15 0,0 1-22 15,0 7 7-15,-4-7 2 0,6 11 11 0,-2 2-14 16,3 10 2-16,2 1 2 0,-1 4 9 16,1-2-13-16,1 1 1 0,1-1 5 0,-1-2-3 15,2 1 1-15,3-4 3 0,-2-1-2 0,1-2 1 16,1-5-4-16,-1-3 8 0,-3-2-8 16,-7-1 4-16,7 0 0 0,11-13-2 0,-9 3 5 15,-4-3-9-15,1-1 3 0,-3-2 1 16,-3 1-1-16,0 6 13 0,0-7-13 0,-13-19 3 15,6 19-5-15,-1-3 14 0,-4 0-8 16,0 0-10-16,-1 1 2 0,0 4-1 16,2-2 12-16,-3 2-6 0,0 4-10 15,0 1 3-15,3 2 1 0,1 3 7 0,4 3-12 0,6 1 5 16,-11 9 0-16,8 0 2 0,2 6-2 0,1 1 5 16,0-6 0-16,0 6 6 0,11 19-5 15,-4-16-7-15,0-1 0 0,3-2 7 16,1 1 7-16,0-2-7 0,3-2 5 0,-1-3 2 15,1 0-7-15,0-4 1 0,0-4-4 16,-8-2 1-16,4 0-4 0,11-8-3 0,-8-2 8 16,-2 2 1-16,-1-4-1 0,-2-2 11 0,1 0-15 15,-2-3 3-15,-2 1 1 0,1-3 0 16,-2 0 3-16,1 3 0 0,-3-2 0 16,3 2 5-16,-3 2-12 0,0 2 5 0,2 3-1 15,-4 2-1-15,1 2-1 0,1 0 4 0,-1 5 0 16,2 0 8-16,-3 0-10 0,0 0-4 15,0 0 7-15,10 8-4 0,-2 3 0 0,1 0 10 16,-2-1-6-16,0 0 1 0,0 1-4 16,0 1 4-16,2-1-3 0,-4-1-1 0,4-2 0 15,-4-2 3-15,-1-2 3 0,2-1-8 16,-3-3 3-16,-3 0 8 0,0 0-7 0,18-10-1 16,-8 1 2-16,0-5 1 0,0 1 2 15,0 0 6-15,-2-3-12 0,-1-1 2 16,-3-1-2-16,1 2 1 0,-2 0-3 0,-2 0 10 0,0 3-3 15,1 2-5-15,-2 3 3 16,0 1-1-16,0 3-1 0,0-1 1 0,0 3-1 0,0 2 1 16,0 0 1-16,0 0-1 0,1 7 6 15,2 5-8-15,4 6 9 0,-3-2-4 0,0 3-2 16,4 2-1-16,-1-2-5 0,1-4 12 16,-1 0-11-16,3-3 2 0,1-1 3 0,0-2 1 15,2-3 0-15,-9-6-3 0,3 0 1 16,13-9 12-16,-9 2-14 0,-1-3 5 15,-1-2-3-15,-2-1-1 0,-2-1 13 0,-2-1-11 16,-1 1 2-16,-2 5-4 0,0-4 10 16,-13-18-12-16,5 12 4 0,1 2-5 0,-1 2 3 15,1 2-1-15,2 0 6 0,-1 5-6 0,0-2-1 16,5 8 2-16,0-2-5 0,1 4 5 16,1 3 0-16,3 0 1 0,1 5-2 0,3 2-1 15,0 1 4-15,4 0-3 0,-1 2 2 16,3 0 8-16,0-2-10 0,-1 2-2 0,0-1 3 15,2-1 0-15,-4 2 3 0,3 0 8 16,1 0-16-16,-4-2 6 0,-3 0 3 0,1 0 2 16,-4 0-1-16,-2-1 8 0,-3 1-3 0,0-5-9 15,-10 11 3-15,3-6-2 16,0 1-1-16,-4-4 0 0,0 2 4 0,-2-4-6 16,2 2-5-16,-1-2-4 0,4 1-13 0,-2-4 3 15,4 0-21-15,2 0-20 0,1-2 8 0,1 1 11 16,0 0-11-16,2 0-12 0,0-2 10 15,0 0 4-15,0 0 9 0,4 0 3 0,-1-3-3 16,7-6 12-16,0-3-1 0,-2-2-2 16,2-2 9-16,-1-1 3 0,1 0 3 15,-2-3 3-15,-1-1 2 0,0 0-2 0,-3-3 11 0,-1 0 8 16,0-5 3-16,-2-1-2 0,-1 14 5 16,0-6 17-16,0-7 2 0,-9-28-9 15,6 30 15-15,1 3 3 0,-2 3 6 0,3 0 3 16,-2 2-5-16,0 6 2 0,3 5-11 15,-1 5-6-15,2 7 2 0,0 3-1 16,4 8 3-16,0 7-5 0,1-1-4 0,1 6-8 16,0 1 8-16,4 1-13 0,-1 3 3 0,2 2 0 15,0-3-1-15,-1 1 2 0,2-3-1 16,-2-3-2-16,-1-2 1 0,-1-6-4 0,-1 0-2 16,2 0 16-16,-3-4-6 0,-1-5 6 15,-3-3 2-15,-1-6-3 0,-3 0-7 0,0-4-1 16,-2 1-2-16,-3-8 6 0,-4 0-8 15,0-4-3-15,-2 0-2 0,-1 1-5 0,-4 0-9 16,0-2 1-16,0 1-2 0,2 2 3 16,-1 2 1-16,-1 1-10 0,3 3 4 0,0 2 3 15,6 4-2-15,8 1-2 0,-7 0 6 0,-2 9 2 16,9-3 5-16,0-1-5 0,2 0-1 16,3 7 4-16,2-2-2 0,3-1-4 0,0-1 9 15,1-1 1-15,3-2 0 0,0-2-3 16,1-2-1-16,-7-1 4 0,3 0-9 0,15-13 14 15,-11 5 0-15,-1 0-2 0,0-3-9 16,-1 2 0-16,-2-2 8 0,1 0-1 0,0-1 0 16,-2 3-2-16,0-1-4 0,-2 5 7 15,1 2 2-15,-1 2-8 0,-8 1 6 0,7 0 3 16,10 10-4-16,-5-1 0 0,0 4 0 0,-2 1-4 16,-1 0 4-16,0 2 2 0,-2 2 0 15,-1-4 2-15,-2 1-6 0,1-1 4 0,-1-1 1 16,-2-1-4-16,-1-3 15 0,0-2-5 0,-1-2 4 15,0-5 7-15,0 0-4 0,0 0-2 16,-6 6-1-16,4-7-4 0,0-1 5 16,-1-2-10-16,-2-8 14 0,-1-5-6 0,2 0-12 15,0-2 1-15,0-4 4 0,3 0-5 16,0 0 10-16,1 0-7 0,0 15-17 0,0-7-9 16,8-15-18-16,-5 15 1 0,3 2-21 15,-1 1-6-15,1 4-24 0,1 4-52 16,-1 2 12-16,1 1-83 0,-7 1-35 0,4 0-65 15,11 8 5-15,-8-2 27 0,2-1 29 0,-2 3 11 16,0-4 13-16,-3 1 17 0</inkml:trace>
  <inkml:trace contextRef="#ctx0" brushRef="#br0" timeOffset="1760.59">3142 5127 299 0,'3'2'122'0,"-3"-2"52"0,0 0-30 0,0 0 4 16,0 0-10-16,0 0 3 0,0 0 9 16,4 0-7-16,3-9-12 0,-7 6 3 15,0 2-8-15,2-2 2 0,-2 1-8 0,0 1-11 16,0-1-10-16,1 1-17 0,-1 1 2 0,0 0-8 15,0 0-8-15,0 0-6 0,2 7-9 16,0 6-6-16,0 0-13 0,0 3 10 16,1 2-4-16,2-1-7 0,0-1-2 0,0 2 0 15,0-2-7-15,3 0-3 0,-2-4-12 16,0-2 13-16,1 0-11 0,-1-3-1 0,-1-2 8 16,-1-3-1-16,-4-2-5 0,0 0 2 0,7 0-1 15,6-16 2-15,-7 4-5 0,-1-3 3 16,-2 0 0-16,0-1-6 0,-2-1 0 0,-1 8 1 15,0-6-2-15,0-3-9 0,-12-17 12 0,6 19-1 16,0 2 7-16,1 0 5 0,1 3-3 16,-1 3-3-16,2 5 5 0,2 2-10 15,1 1 3-15,0 0 3 0,-2 9-7 0,3-3 2 16,2 10-1-16,-3-5-3 0,9 19 2 16,-2-9 2-16,-1-1 2 0,2-1-11 0,0-1 5 15,2 1-2-15,1-4-2 0,0-1 2 0,1-1 2 16,0-2-1-16,0-3 0 0,-3-5 11 15,0-1-13-15,-9-2 2 0,16-10-1 16,-8 1-3-16,-3-4 9 0,-1-2-3 0,1-1 0 16,-4-3-5-16,0-1 0 0,-1 8-2 15,0-5 1-15,0-4 0 0,0-1-6 0,0 1 4 16,0 4 6-16,0 3-7 0,0 1-2 0,0 3 9 16,0 2-5-16,0 3-4 0,0 5 0 15,-1-3 5-15,2 4-2 0,2 2-5 0,1 9 12 16,1-2-4-16,-1-1-4 0,2 2 1 15,-1 1-3-15,-1 0 9 0,0-1-5 0,-1-1-2 16,-1-2 0-16,-1-3 0 0,2-2 2 16,-2 1 0-16,0 0-2 0,0-2 2 0,0-1-3 15,-1-1 4-15,0 0 1 0,0 0 4 0,0 0-6 16,2-7 4-16,-2 3-4 16,0-1-3-16,0-8 10 0,0 8-6 0,0-1-2 15,0-2-4-15,0 2 1 0,0-1-3 0,0 7-3 16,0-4 5-16,0 4-6 0,-2-5 5 15,3 8-3-15,-1 0 3 0,3 11 4 0,0 0-10 16,-1 3 4-16,2 1 5 0,2 2-1 16,0 0-5-16,1-3 8 0,1 1-1 0,2-2-1 15,1-2-5-15,2-2 8 0,-1 0-4 16,-1-6 6-16,2-3 4 0,-2-3-12 0,-5 0 4 16,12-13 8-16,-6-1 3 0,-2-2-4 15,-1-1-2-15,-1-4-4 0,1 0 2 0,-2-1 4 16,-3-4-12-16,-2-1 11 0,-2-3-9 0,0 14 5 15,0-7-5-15,-16-32 6 0,9 23 0 16,0 3 3-16,-2 3-6 0,3 4-2 0,-1 2 4 16,-1-1-3-16,2 6-3 0,1 4 8 0,1 9 3 15,4 2-3-15,-7 12 1 0,6 3-6 16,1-3 8-16,0 5 2 0,0 3-7 16,11 34-1-16,-7-22 11 0,3 0-2 0,0 0 0 15,-1-1-10-15,1-2 2 0,1-3 1 16,-1-4 1-16,0 0 4 0,-1-3 1 0,0-1-11 15,0-3 4-15,-2-3-1 0,-3-6 1 0,2-1-2 16,-2-4 8-16,-1-2-8 0,-4-2-5 16,3-2-6-16,-5-4-10 0,-1-4-21 15,-3 1 3-15,-1-3 1 0,-2 4-6 16,3-3 6-16,-4 2 2 0,0 1 3 0,0 1 6 0,0 5 4 16,4 0-2-16,0 2 4 15,10 3 0-15,-6 0 4 0,1 0 5 0,-3 12-15 16,8-7 16-16,0 1-5 0,0 1 6 0,8 16 8 15,1-9-4-15,2-1 4 0,3-1-2 16,1-2 2-16,1-1-9 0,1-3 10 0,0-2 7 16,2-3-1-16,-8-1 9 0,5 0 5 15,20-13-2-15,-14 5 2 0,1-3-1 0,0-2-15 16,-3 0 13-16,0-2 0 0,-2 1-3 0,-2-1-3 16,-4-1 3-16,0 2-2 0,-4-2 1 15,1 0 6-15,-4-1 6 0,-3 1 0 16,-1 1-2-16,-1 8 2 0,0 0-3 0,-13-11 0 15,8 13-2-15,-1-1 5 0,0 5-4 16,2 1-2-16,1 3 3 0,-5 6-5 0,1 4-5 16,4-1 2-16,0 3 3 0,2 4-13 0,0 0 4 15,1-8 2-15,0 4 1 0,0 3-9 16,11 21 11-16,-5-18-4 0,1-3 3 16,-1-1-3-16,1-1-3 0,1-4-3 0,-1-3 0 15,3-1 5-15,-5-5-8 0,1-2 4 0,-6-1-8 16,0 0 0-16,13-9 0 0,-8-4 7 15,-2-5 1-15,1 1 1 0,-3-2-4 0,0-2 3 16,-1 9-5-16,0-6 2 0,-7-21-3 16,1 16 1-16,0 2 4 0,1 0-2 0,-3 2-4 15,2 0 4-15,-2 2-11 0,1 5 11 16,0 3 1-16,0 4-4 0,2 3 1 0,5 2 5 16,0 0-7-16,-10 17 5 0,8-4-1 0,2-1 2 15,0 4 3-15,0 3-2 0,8 24-1 16,-2-21-3-16,0 2-1 0,2 0 8 0,-1-2-1 15,4-3 0-15,-4-1-6 0,2-2-1 16,1-2 5-16,4-1 0 0,-1-4-8 16,0-2 7-16,-1-5 5 0,-7-2-1 15,3 0-1-15,13-15 3 0,-12 2-4 0,1 1 0 0,-3-4-2 16,-2-2-2-16,0-4 4 16,-4 0-11-16,-1-3-12 0,0 13-3 0,0-6 3 0,-8-20-8 15,3 19 11-15,0 3 9 0,0 1-5 16,0 3-1-16,1 7 3 0,1 2 4 15,1 3 0-15,-1 3-2 0,3-3-9 0,-1 8 11 16,0-2 8-16,0 7-5 0,1-5-1 0,0 3 4 16,0 2 0-16,11 16 0 0,-6-16-9 15,0-1 10-15,2-2 7 0,0-2-4 0,0-2-11 16,-2-5 2-16,2 2 14 0,-7-3-14 16,10 0 10-16,10-12-2 0,-7 2-2 15,-3-2 2-15,1-2-6 0,-3-1-13 0,-1-2 16 16,-2 1-2-16,0-2 2 0,1-1-14 0,-4 3 14 15,-2 1 5-15,1 4-1 0,-1 11 7 16,0-7-5-16,0 2 2 0,0 5-14 0,0 0 14 16,-5-5 4-16,3 11-3 0,1 5 4 0,-1 4 5 15,2 2 0-15,0 1 1 0,0-5 2 16,0 4-3-16,7 25-1 0,-3-20 4 16,0-3-11-16,0 2 1 0,3 0-4 0,-1-4-31 15,3 0-56-15,-4-4-50 0,4-3 13 16,0-5-233-16,0-2 23 0,-1-3 37 0,-2 0 22 15,14-14 21-15,-8 4 17 0,0 0 19 0,0-5 19 16,0-1 5-16,2-1 4 0</inkml:trace>
  <inkml:trace contextRef="#ctx0" brushRef="#br0" timeOffset="1959.21">4325 4821 310 0,'-5'-7'328'15,"0"6"-54"-15,2 2-17 0,-1 1-15 16,-1 9-20-16,1 5-16 0,0 2-17 0,3 4-19 0,1 2-8 15,-2 2-27-15,2 1-15 0,0-13-1 16,0 7-27-16,9 28-5 0,-5-23-15 16,3-1-23-16,0-3-29 0,0-2-46 0,3-1-37 15,0-5-42-15,4 0 8 0,-4-4-231 16,2-5 9-16,-3-3 25 0,-9-2 28 0,21-8 15 16,-8-2 19-16,-2-6 16 0,-3 0 21 0,1 0 4 15,-2-3-3-15</inkml:trace>
  <inkml:trace contextRef="#ctx0" brushRef="#br0" timeOffset="2157.15">4474 4784 385 0,'0'-9'294'16,"0"-2"-39"-16,0 1-30 0,0 2 3 0,8-1-6 15,-3 12-19-15,3 5-11 0,2 6 2 16,-2 2-35-16,1 2-14 0,-1 1-10 0,2 5-17 16,0-1-2-16,0 1-13 0,-3 4-8 15,1-1-12-15,-1-1 14 0,-1 0-33 0,0 1-3 16,-3-2-9-16,-3-1-43 0,0-13-74 0,0 5 4 15,0 4-315-15,-13 18 32 0,6-22 23 16,-4-5 30-16,-2-1 30 0,2-7 19 0,-5-1 8 16,8-2 12-16,-2 0 25 0,-3 0 40 15,-9-15-4-15,15 4-6 0</inkml:trace>
  <inkml:trace contextRef="#ctx0" brushRef="#br0" timeOffset="4306.22">1373 5638 362 0,'-2'-11'304'0,"0"1"-30"0,0 2-29 0,1 3-35 16,-1 1-25-16,2 0-22 0,0 1-20 15,0 3-11-15,2 3-6 0,5 7-15 16,0 3-11-16,0 4-8 0,1 1-10 0,0 3-12 15,0 0-6-15,3 2-5 0,-2 1 0 0,1 0-13 16,0-3-7-16,1 1-21 0,-1-4-43 16,-1-1-43-16,0 0 6 0,1-4-206 0,-3-1-70 15,-2-6 29-15,-2-2 17 0,1-3 24 0,-4-6 20 16,-2 2 8-16,1-2 34 0,-1-10-14 16</inkml:trace>
  <inkml:trace contextRef="#ctx0" brushRef="#br0" timeOffset="4672.78">1379 5464 371 0,'-10'-8'242'0,"-2"3"-41"0,7 5-10 15,-13 10-26-15,4 3-14 0,2 1-12 0,2 7-9 16,-1 2-10-16,2 5-12 0,2 5-10 0,2 4-17 16,4 7 4-16,1-23-5 0,0 13-5 15,14 44-11-15,-4-34-6 0,3 0-15 16,0-3 0-16,3-4 7 0,2-4-8 15,-1-2-5-15,4-6 3 0,3-4 4 0,2-7-7 16,1-4 9-16,-1-5-3 0,-13-5-6 16,29-11 1-16,-16-1-8 0,-1-4-4 0,-1-1 4 0,0-6-7 15,-3-2-8-15,-4-5 8 0,-4-1-3 16,-5-2 1-16,-3 0-5 0,-5 15 0 16,0-8-5-16,-16-36-2 0,1 26-7 0,-5 0 10 0,-6 4-4 15,-2 4 2-15,-8 3-3 16,2 6 3-16,-4 4-9 0,0 7-6 0,-2 3 7 15,5 4-6-15,17 1-25 0,-32 12-17 0,18-1-26 16,6 4 5-16,1 3-220 0,5 5-64 16,3 3 24-16,2 0 24 0,3 3 36 0,4 1 32 15,1 1 3-15,7 3 26 0,0-15 0 16,8 40 29-16</inkml:trace>
  <inkml:trace contextRef="#ctx0" brushRef="#br1" timeOffset="8005.31">6172 5383 331 0,'-5'-2'339'16,"-1"0"-50"-16,2 1-37 0,1 1-44 0,1 0-17 16,0 0-19-16,2 0-8 0,1 3 7 15,5 5-26-15,4 0-11 0,2 3 6 0,3-1-21 16,2 2-1-16,3 3 0 0,2-1-8 0,6 4 2 16,1 1-15-16,3 0-14 0,1 3-1 15,0-1-10-15,2-2 2 0,-1 0-22 0,-2 1 5 16,0-3-3-16,-2 1-4 0,0-1-9 15,-5-2 2-15,0 1-4 0,-2-4 10 0,-3 0-21 16,-4 0-2-16,1-2-1 0,-1-2 1 16,-2 0-6-16,-3-1 5 0,-2-1-1 0,-1 0-1 15,-4-3-10-15,-1-3-3 0,-1 0-29 16,-5-2-37-16,1 1-34 0,0-2-44 16,-3 1-36-16,-3-4 16 0,-1-2-201 0,0-3-31 15,-4-1 28-15,-1-3 27 0,0-2 40 16,0 0 14-16,1-2 26 0,2-1 17 0,-3 1 14 15,1-1 15-15,2-1 18 0</inkml:trace>
  <inkml:trace contextRef="#ctx0" brushRef="#br1" timeOffset="8437.7">6551 5170 348 0,'-2'-11'275'0,"0"2"-37"0,1 2-27 0,-1 1-30 16,0 2-23-16,1 0-9 0,1 1-19 15,-1 2-13-15,0-2-22 0,1 2-12 0,0 1 6 16,-2 0-16-16,2 0-6 0,0 0-3 16,0 0-7-16,0 0-5 0,0 0-4 0,0 0-3 15,0 0-6-15,0 0-11 0,0 0 6 16,0 0-6-16,0 0-1 0,0 0-3 0,0 0 1 16,0 0-3-16,0 0 4 0,0 0 16 15,0 0 20-15,0 0-4 0,-6 0-2 16,6 0 2-16,0 0-9 0,0 0-6 0,0 0-4 15,0 0-6-15,0 0-2 0,-5 0 7 16,5 0-16-16,-11 21 3 0,4-2-3 0,0 2 7 16,-1 6-13-16,-1 5 3 0,-1 5 1 15,-2 5 1-15,0 2 9 0,-1 5-6 0,-1-1 5 16,-2 3 11-16,1 3 6 0,-1-1 1 16,0-4 15-16,1 1 1 0,1-7-20 0,0 0-6 15,3-5 2-15,0-4 15 0,2-1-30 0,1-6 24 16,3-3-20-16,-1-2-12 0,0-2-5 15,3-3-4-15,-1 1-25 0,2-6-31 0,-1-5-35 16,2-2-50-16,1-5 12 0,0 0-292 16,2 3 23-16,-1-6 26 0,-1 1 33 0,1-4 20 15,1-6 43-15,-2 6 14 0,2-14 23 16,3 8 14-16,0 1 0 0,3 0 32 0,-1 1-17 16</inkml:trace>
  <inkml:trace contextRef="#ctx0" brushRef="#br1" timeOffset="12549.45">15801 6819 317 0,'-5'-5'338'0,"1"0"-34"0,1 0-23 0,1 1-35 15,0 2-16-15,1 0-27 0,1-1-22 0,-2 2-12 16,1-1-31-16,1 1-1 16,0 1-16-16,0 0-6 0,3 0 1 0,1 1 12 15,9 6-29-15,1 1 4 0,3 2-7 0,3-1 11 16,3 5-19-16,3 0 2 0,2-1-5 15,1-1-7-15,0 2 9 0,-1 0-3 0,3-3-11 16,-2 2-3-16,0-2-12 0,-1 2 6 16,-1-2 0-16,-2-2-17 0,-1 1 6 15,0-2 5-15,-5 2-5 0,0-3-7 0,0 0-15 16,-4 0 15-16,1 0-22 0,-5-3 6 0,-1-1-6 16,-3 1-4-16,-2-3 2 0,-1 1-1 15,0 0-5-15,0-2 3 0,-1 2 1 0,-1-1-15 16,0-1 2-16,-1 0-35 0,-1 1 2 15,0-1-78-15,0 0-28 0,1-4-53 16,-2 1-41-16,-1 1 21 0,-5-7-148 0,-1-1-36 16,0 1 13-16,-1-1 40 0,-1-3 21 0,-1 1 29 15,0-1 23-15,0-2 14 0,-1 1 35 16,3-4-9-16,-2 3 31 0</inkml:trace>
  <inkml:trace contextRef="#ctx0" brushRef="#br1" timeOffset="12900.78">16287 6640 275 0,'0'-5'338'0,"0"2"-49"0,0 0-30 15,0 3-22-15,0 0-21 0,-5-2-15 16,1 4-10-16,-9 4-25 0,-3 5-8 0,0 2-5 16,-6 5 0-16,0 5 16 0,-3 3-11 15,0 3-26-15,-2 3-15 0,-1 1 29 0,-1 1 1 16,2 2 3-16,0-2-1 0,1 1-5 0,-1-1-7 15,1 2 3-15,0-1-13 0,1 0-7 16,3-4-9-16,-2-1-5 0,4-1-7 16,3-3-12-16,2-3-7 0,-1-2-4 0,1-3-11 15,2-2-6-15,2-1-2 0,2-2-15 16,0 0 2-16,0-4 0 0,3 1-7 16,2-5-4-16,0 1-8 0,2-4-3 0,-1 3-2 15,1-4-29-15,-1 0-48 0,3-1 4 16,0 0-144-16,0 0-43 0,0 0-42 0,0 0 27 15,-7-8-210-15,5 5 30 0,1 0 42 0,0-1 27 16,-2 1 39-16,0-7 31 0,-4-1 14 16,1 1 41-16,2 1 10 0,0-1 22 0</inkml:trace>
  <inkml:trace contextRef="#ctx0" brushRef="#br1" timeOffset="18829.34">6812 11849 357 0,'0'0'214'0,"6"-7"-41"16,-5 5-12-16,-1 2-25 0,1-1-2 0,-1 1-18 15,3 1-8-15,-1 1 11 0,6 6-3 16,1 3-17-16,2 3-7 0,-1 2 2 15,0 1-14-15,2 3-6 0,0 0-8 0,2 2-8 16,-3 1-4-16,2 1 1 0,-1-3-23 16,-2-1 8-16,0-2 1 0,0-2-6 0,-2 1-11 15,1-3 4-15,-2-3 1 0,-2 0 28 0,0-5 9 16,-4-3-4-16,-1-3-8 0,-1-2-3 16,-5-7-4-16,0-5-6 0,-2-2-6 0,1-3 4 15,-2-2-4-15,0-3-14 0,-1-2 0 0,0-4 0 16,-1-9-5-16,-2-3 0 15,0 0-2-15,1-4-4 0,2 3 7 0,0-1-10 16,3 2 2-16,1 4 5 0,2 1-8 0,2 5 0 16,1 2 1-16,1 4 3 0,0 15-10 15,0-7 4-15,11-16-2 0,-4 21-2 0,3 4 4 16,0 6-4-16,-4 3 0 0,4 0 3 0,12 16 3 16,-9-3-6-16,1 8 0 0,1 2 5 15,-2 3-7-15,0 3 3 0,1 1-1 16,-3 3-1-16,-2-2 7 0,-1 1-8 0,-1-2 1 15,-1 0 1-15,-3-2-2 0,-2-2 6 16,2-4-6-16,-3 2 2 0,0-2 1 0,0-13-4 16,0 3 3-16,0-1 7 0,0-2-10 15,-7 5 1-15,3-10 3 0,1-1-3 0,-1-3 0 16,1 0 3-16,-3 0-2 0,2-2-8 16,0 1 3-16,-1 1 9 0,-10-8-5 0,4 3-2 15,4 2-1-15,1 1 1 0,2-1 2 0,-1 2-3 16,3-1 0-16,-1 1 3 0,1-1 2 15,0 1-10-15,0 1 0 0,2 0 2 0,0 0 0 16,0 0-1-16,2 5 5 0,-1-3-1 16,7 8 0-16,1-1 7 0,1 1-7 0,2 2 1 15,0-1-3-15,2-1 9 0,0 3-3 16,0-2-4-16,0 0-2 0,-1-1 3 0,4-1-2 16,-3-2 3-16,-1 0 0 0,1-3 2 15,0-2 6-15,-4-1-6 0,-10-1 3 16,8 0-2-16,13-10-4 0,-12 1 11 0,-1-2-8 15,3-3-1-15,-2-5 4 0,-2 0 1 16,-3-2-1-16,0 0 6 0,-2-1-10 0,-1-2 3 16,-1 12 3-16,0-5-9 0,0-3 7 0,-11-21 1 15,5 22-2-15,-1 4 2 0,0 3-5 16,2 1 3-16,-1 5-4 0,2 4-4 0,1 2 6 16,3 0 3-16,-6 8-2 0,5 5-2 15,1 4 5-15,0-7-6 0,0 6-1 16,11 23 2-16,-2-16 9 0,-1-1-9 0,2 1 1 15,1-3 3-15,-2-2-4 0,2-1-3 16,2-1 3-16,-2-4 4 0,0-3-4 0,2-4 2 16,-3-4-3-16,-3-1-1 0,11-7 6 0,-7-2 0 15,-1-3 0-15,-1-2 7 0,-1-1-11 16,-1-4 5-16,-1 1-2 0,1-3 1 0,-3-4-3 16,0 0 2-16,0 1 4 0,-1 0 1 15,2 1-9-15,-3 4 2 0,1 1-1 0,-1 3-4 16,-1 3 6-16,0 4 0 0,2 4 0 15,0 3-1-15,-3 1-5 0,0 0 6 0,16 14 1 16,-8-4 0-16,-1 2-1 0,2-1-7 16,-1 2 8-16,-1-1 1 0,0 1 0 0,-4-5 2 15,3 0-2-15,-4-1 5 16,1-3-2-16,0 0-4 0,-3-2 1 0,1-1-4 0,-1-1 6 16,0 0-4-16,0-8 0 0,-1 4-1 15,-2-7 0-15,-1-3 9 0,1 1-11 16,-3 2 7-16,1-3-2 0,-4 0-6 0,1 2 10 15,1 1-8-15,-2 3 2 0,1 0-1 0,1 2-3 16,4 4 4-16,-1-1 5 0,0 3-10 16,4 0 8-16,0 0-5 0,0 0-1 0,-9 11-1 15,8 3 9-15,1-5-10 0,0 5 1 16,0 0 8-16,0 5-6 0,11 18 3 16,-5-16-4-16,2-2 1 0,-2-3 11 15,-2 0-14-15,2-3 2 0,1-1 1 0,-3-2 2 0,0-5 2 16,2-2-6-16,-2 0 4 0,-4-3 0 15,0 0-4-15,13-15 4 0,-9 1 2 0,0 2-2 16,2-3 0-16,-5-3-2 0,2 0 7 16,-3 8-8-16,0-4 0 0,0-4 5 0,0 2-2 15,0-1-3-15,-8-14 2 16,6 17 3-16,1 7-5 0,-1 1 2 0,2 5-2 0,0-1-4 16,2 5 7-16,1 0 2 0,1 8-6 15,4 6 4-15,-1 1-4 0,3 1-1 0,-3 2 5 16,3-1 1-16,-1-1-2 0,0-1 2 15,1-1 4-15,2-3-6 0,-1 0 1 0,0-5-4 16,0-2 3-16,-2-6 3 16,-9-1 7-16,8 0-9 0,12-17-2 0,-10 5 3 0,-2-5 5 15,-1-1-4-15,-1-1 0 0,-2-1-4 16,-1-3 2-16,1-2 0 0,-2-1 8 16,-2 14-7-16,0-7 4 0,0-2-4 0,0-1-5 15,0 3-1-15,0 1 5 0,0 3-2 0,0 3 1 16,0 3-5-16,0 3 4 0,0 6 3 15,4-4 2-15,0 7 3 0,-2 0-7 0,5 6-4 16,-2 2 8-16,1 0-7 0,1 0 5 16,-1-1 4-16,-2 1-6 0,0 0 2 15,-1-1-2-15,1-3-4 0,-2-2 9 0,0 0-4 16,0-1 2-16,-1-2 3 0,-1 0-5 0,0-2 1 16,0 0 2-16,0 0-8 0,2-7 5 15,-4 3 1-15,2-1 3 0,-3-6-3 0,-1-2-2 16,0 0 4-16,-2 1-4 0,2 0 2 15,-2 3 4-15,2 1-6 0,1 3 2 0,0 2-2 16,1-1-4-16,0 3 11 0,1 1-10 16,1 0 0-16,0 0 0 0,-2 11-2 0,5 4 3 15,3 5 7-15,1 1-6 0,0-2 0 16,4 6 4-16,-1 0-6 0,1-3 7 16,2-1-1-16,-2-2-3 0,2-2 0 0,1-4 8 15,0 1-9-15,2-6 0 0,-1-4-2 0,-9-4-2 16,15-8 6-16,-10-4 4 0,1-2 4 15,-4-3-8-15,0-4-2 0,-1-2 1 16,-2-2 3-16,-2-5-3 0,-3 1-1 0,0 15 3 16,0-10-3-16,-14-34 1 0,5 23 0 15,-2 1-3-15,0 1 0 0,-1 3 8 16,1 2-6-16,-2 3 7 0,3 4-3 0,1 4-4 0,-1-1-1 16,1 7 1-16,2 7 0 15,7 4 0-15,0 0 7 0,-6 10-6 0,8 5-4 0,-2-4 4 16,8 18 3-16,-1-5-4 0,3 6-1 15,3 0 9-15,1 4-7 0,1 2-1 16,1 0-3-16,1-6 4 0,0-1-4 0,1-4 5 16,0-2 2-16,-1-7 1 0,-1-4-19 0,2-2-28 15,-4-4-16-15,-7-6-27 0,14-8 9 16,-11-2-200-16,-4-1-75 0,-1-3 0 16,-5 1 47-16,0 4 22 0,0-1 20 0,-15-14 9 15,5 11-11-15,-2 1 52 0</inkml:trace>
  <inkml:trace contextRef="#ctx0" brushRef="#br1" timeOffset="18978.33">7863 11553 473 0,'0'0'239'0,"2"0"-40"16,2-2-46-16,-1 1-8 0,10-4-8 0,2-5-16 16,1-1-16-16,1 0-38 0,2-2-29 15,1 0-5-15,-2-1-139 0,-1-2-184 0,-3 2 21 16,3-1 13-16,-4 2 11 0,0-1 2 15</inkml:trace>
  <inkml:trace contextRef="#ctx0" brushRef="#br1" timeOffset="19188.57">8141 11251 348 0,'0'1'265'16,"0"2"-40"-16,1 2-7 0,1 10-15 15,-2-7-23-15,10 21-10 0,-5-4-13 0,4 4-20 16,-1 2-13-16,2 2-16 0,-1-1-6 15,1 1-15-15,-1-2-12 0,3-3-5 0,-2-2-24 16,1-4-38-16,-1-2-42 0,2-5 4 16,1-4-168-16,-3-4-140 0,-2-5 5 15,-8-2 55-15,10-7 11 0,-5-4 7 0,-1-5 4 16,3-3 26-16</inkml:trace>
  <inkml:trace contextRef="#ctx0" brushRef="#br1" timeOffset="19447.09">8271 11251 269 0,'-4'-14'306'0,"1"-1"-68"0,1 4-35 0,2 0-19 16,0 11-20-16,0-10-23 0,10-9-17 0,-6 9-6 15,6 0-13-15,0 1-8 0,1 1-19 16,-1 4 2-16,0 1 10 0,-2 1 2 0,-8 2 1 16,17 8 4-16,-6 2-1 0,-2 3-5 15,0 1-2-15,-1 10 6 0,1-2-23 0,-2 5-12 16,1-1 0-16,1-1 5 15,0 2-15-15,0-1-12 0,-1-2 0 0,1-1-3 0,-1-1 11 16,2-3-16-16,1-5-10 0,1-1 0 16,0-2-40-16,0-5-38 0,-4-5-44 0,1 1-57 15,-9-2 16-15,0 0-233 0,0 0 16 16,9-9 33-16,-10 5 22 0,-6-3 25 16,-3 1 26-16,-1 0 13 0,-2 1 11 0,-3 1 4 15</inkml:trace>
  <inkml:trace contextRef="#ctx0" brushRef="#br1" timeOffset="19611">8325 11438 252 0,'2'-3'274'0,"4"-9"-36"0,5-2-31 0,3-4-2 15,4-2-27-15,2-2-14 0,3-1-11 16,1-3-21-16,1 3-10 0,0-2-15 0,-1 4-10 16,-2 3-16-16,-2 0-34 0,-4 5-49 0,0 7 0 15,-12 3-282-15,-4 3-32 0,-1 6 15 16,-9 2 25-16,-6 3 4 0,-1 1 45 15,-7 4-10-15</inkml:trace>
  <inkml:trace contextRef="#ctx0" brushRef="#br1" timeOffset="21459.36">5809 12673 421 0,'8'3'254'0,"-6"-3"-35"16,0 0-7-16,-2 0-18 0,2 0-30 15,-1-3-7-15,1-1-25 0,-2 0-9 0,-1-12-9 16,1 5-10-16,0-5-22 0,-12-20-8 0,6 15 1 15,-1 1-6-15,-1 1-10 0,-1 1-14 16,1 2 8-16,-2 1-8 0,-1-1-5 0,-1 1-1 16,1 4 0-16,0 3-6 15,1 5-3-15,2 3 1 0,8 0-8 0,-16 9-4 0,10 1 2 16,3 6-5-16,1 0-6 0,2 5 4 0,0-12 0 16,0 9-4-16,13 23 0 15,-5-18-7-15,0-1 3 0,2-1 2 16,-1-2-3-16,1-3 1 0,-1-1 5 0,3 0-3 0,0-5-2 15,-2-2-2-15,0-5 1 0,-10-3-3 16,7 0 3-16,11-10-2 0,-8-1 3 16,-3-4-5-16,0-3 0 0,-1 0-2 0,-2-1 1 15,-2 2-5-15,-1-3 9 0,-1 9-2 16,0-4 0-16,-9-20 3 0,3 15-10 0,-1 3 5 16,1 2 6-16,2 4-7 0,-2 1 4 15,3 4-6-15,0 4-1 0,3 2 6 0,0 0-2 16,-1 10-4-16,5 4 3 0,2 1-2 15,1 4 4-15,1 0 4 0,-1-3-3 0,4 1-2 16,1 1 0-16,-2-2 5 0,2-4-13 0,1 2 3 16,1-5 3-16,0-2 4 0,0-5-4 15,-6-2-3-15,13-7 3 0,-7-4-1 0,-3-4-3 16,0-1 10-16,0-6-2 0,-1-6-3 16,-1-7 3-16,-2-3-2 0,-3 0-5 0,-1-3 10 15,-2-1-5-15,-1 22 2 0,0-11 2 16,-12-38-4-16,5 31-2 0,0 5 4 0,-1 4-6 15,2 3 10-15,-2 4 0 0,1 4-1 16,2 4 0-16,2 10 3 0,3 4-6 0,-3 10 2 16,5 10-1-16,-2-8 3 0,11 33 5 0,-1-2 8 15,5 11-9-15,4 8 9 0,3 7-11 16,3 11 2-16,5 1-2 0,0 1 2 16,2 1 6-16,1-5-7 0,-1-5-2 0,0-6 1 15,-1-9 8-15,0-6-12 0,-3-7 3 16,-1-8-4-16,-2-7 1 0,-5-4 5 0,-1-9-4 15,-3-6-2-15,-3-9 15 0,-13-2-19 0,14-18 2 16,-13-1 1-16,-1 5 2 0,-17-34-30 16,2 7-12-16,-2-6-28 0,-7-2-15 0,0-2-4 15,-4 3-3-15,1 3 27 0,1 4 0 16,1 5 8-16,2 5-11 0,0 6 14 0,2 2 13 16,2 5-7-16,4 4 15 0,0 2-1 15,3 3-4-15,5 1 27 0,1 3-5 0,3 1 7 16,2 0 6-16,1-2 1 0,0 1 8 15,0-5 2-15,12-15 0 0,-5 4 0 0,-1-1-5 16,0-2 1-16,-1-2 1 0,0-2 0 16,-2-1-8-16,1-1-10 0,-1 0 22 0,-2-4-5 15,-1 0 0-15,0 17-2 0,0-9-1 16,-9-31-1-16,2 25-2 0,1 5 19 0,2 3 15 16,0 2 6-16,1 1-8 0,-2 3 1 15,3 5-7-15,1 7-2 0,0 3-10 0,3 6 10 16,2 8-8-16,5 8 0 0,-1 2-5 15,1 6 3-15,5 8-1 0,0 5 1 0,1 2-4 16,3 3 1-16,1-1 1 0,-1-1-3 16,2-1-3-16,-2-4 8 0,-2-3-8 0,-1-5 4 15,0-1-3-15,-3-5 5 0,-1-3 3 0,-2-4 9 16,0 0 6-16,-5-5 9 0,-2-6-19 16,0-5-1-16,-4-3-2 0,-2 0-1 0,-5-7-4 15,-2-4-8-15,-2 2-14 0,-4-7-24 16,-2-1-9-16,-4-2-5 0,-1-3 4 0,1 1 1 15,1 2 6-15,3 3 3 0,-1 1 9 16,4 4-5-16,1 0 4 0,1 2 1 0,3 2 0 16,3 5 6-16,4 4-1 15,4 0-5-15,-2 3 13 0,4 1 1 0,2 0-2 0,6 4 2 16,2-1 1-16,0 1-7 0,1-5 15 16,4 0-5-16,-2-2 3 0,-6-1 2 15,16-9-7-15,-9-1 15 0,-1-1-7 0,-2-1-3 16,-2-2 3-16,-1-1 2 0,1-3-4 0,-2 0 1 15,-1-2-8-15,-2-1 6 0,-3-3 4 16,-1-1 2-16,-2 1-4 0,0 12 4 0,0-5-10 16,-12-16 4-16,6 15 13 0,0 5-13 15,1 2 4-15,1 4 0 0,-1 5 3 0,5 2-2 16,-4 7 6-16,3 6-16 0,0 5 11 16,1-7 1-16,0 5 3 0,11 26-2 0,-2-15 8 15,-1 1-15-15,3 2 6 0,1-1 1 16,3-1 4-16,0-1 0 0,1-5-2 0,-1-3-4 15,2 0 5-15,0-7 7 0,0-3-8 16,3-2 13-16,-4-6-11 0,-7-1 0 0,14-11-4 16,-9-2 2-16,-3-4 3 0,-1-1-10 15,-3-1 4-15,-2-2 3 0,-2 0-4 0,-3 8-1 16,0-4 0-16,-10-22-8 0,2 19 5 16,-1 1 8-16,0 4-5 0,-3-1-7 15,2 4 2-15,3 4 2 0,-1 3 0 0,3 4 4 16,5 1-3-16,0 0 8 0,-6 12-10 0,6-6 2 15,2 7 0-15,3 2 3 0,0 2-4 16,5-5 3-16,-3 0-3 0,3-1 4 16,1-3-2-16,-1-3-1 0,0-2 4 0,-10-3-3 0,10 0-8 15,10-9 6-15,-9-1 7 0,-3-1-10 16,-1-1 6-16,-1-3-3 0,-3 2-5 16,-2-3 6-16,-1 7 2 0,0-4-3 0,-10-16 2 15,5 13 5-15,-2 3-7 0,-1 2 2 16,0 3-6-16,5 5 4 0,1 2 4 0,2 1-3 15,0 0-6-15,-5 11 4 0,5-5-6 16,3 10 10-16,3 0-4 0,1 2 4 0,0-1 0 16,1-1-2-16,2-2 3 0,2-1-5 15,3-1-13-15,1-1-24 0,-1-4-45 16,1-3-34-16,-4-3 10 0,0 1-254 0,-12-2 22 0,7 0 26 16,0 0 19-16,-7 0 20 0,0 0 42 15,7-8-12-15,-10 9 12 0</inkml:trace>
  <inkml:trace contextRef="#ctx0" brushRef="#br1" timeOffset="21777.85">5986 13013 315 0,'-18'27'309'0,"5"-2"-71"15,10-6-10-15,3-14-32 16,14 3-22-16,4-11-20 0,7-7-12 0,7-5-20 15,6-8-7-15,7-4-11 0,8-8-6 0,10-4 0 16,7-5-9-16,70-41 17 0,3 1-9 16,3-1 0-16,-4-1-1 0,-2 5 20 15,-4 1-21-15,-3 3 5 0,-5 4-10 0,-28 17-4 16,-17 8 11-16,-12 7-38 0,2-2 6 16,-4 2-5-16,-5 4-14 0,-7 1-8 0,-3 6 5 15,-8 4-5-15,-5 3 0 0,-7 2-1 16,-5 5-6-16,-5 3-5 0,-5 0-32 0,-5 4-71 15,-5 3-74-15,-9 6 16 0,0 0-259 16,5 7-12-16,-10 3 39 0,-3-2 40 0,-1 3 19 16,-5 1 21-16,-1 0 44 0,0 2 18 0,-4 4 7 15,-1 1 10-15,0 3-9 0</inkml:trace>
  <inkml:trace contextRef="#ctx0" brushRef="#br1" timeOffset="23024.4">6582 13439 547 0,'-10'-12'305'0,"1"-3"-26"16,-1 2-30-16,3 0-30 0,0 0-7 15,-1 3-36-15,4 1-22 0,0 3-18 0,1 2-8 16,1 1-22-16,1-1-12 0,1 3-8 15,1 1-9-15,3 2-4 0,5 4-12 0,3 7-5 16,0 0 3-16,3 2-16 0,-3 0-2 16,1 3-1-16,1-1 5 0,0 2-18 0,-3 0 1 15,2-1-3-15,-2-2-3 0,-1 0-3 0,0-2-6 16,-1 0 5-16,0-2 5 16,-3-1-13-16,0-6-2 0,-4 1 6 0,0-4-8 15,1-2 19-15,-3 0-21 0,0 0 5 0,4-11-7 16,-3-6 2-16,-1 9 13 0,0-7-17 15,0-4 3-15,0-5-1 0,0 1 13 0,0-1-5 16,0-1-16-16,0 3 3 0,0 2-1 0,0 2 8 16,0 3-15-16,0 4-2 0,0 3 11 15,0 1-12-15,0 7 5 0,0-6 2 16,3 9 1-16,2 7 7 0,1 2-9 0,3 0 2 16,-1 2 3-16,-1 1-3 0,2 2 8 0,2-3-8 15,-1 1 9-15,1-2-8 0,1 0 4 16,-1-3-3-16,-1-3 0 0,0-1 6 0,-3-1-4 15,1-4-2-15,-8-1 1 0,6 0 6 16,9-8-6-16,-8 0 13 0,-2-3-15 16,2 0 2-16,-3-3 2 0,0-1 1 0,-1-2 8 15,-3-1-14-15,0 10 6 0,0-6-5 16,-11-16 2-16,4 14-1 0,-2 0 8 0,1 6-10 16,1 0 4-16,0 2 0 0,1 2 10 15,2 2-13-15,-2 3 1 0,2 1 13 0,4 0-13 16,-4 9 2-16,1 2 10 0,3 1-14 0,0-5 0 15,0 4 3-15,8 16 1 0,-2-12 9 16,1 0-12-16,1 0 2 0,2 1 2 0,3-2 6 16,0 1-9-16,-2-3 3 0,3-3-4 15,-3 0 6-15,3-3-4 0,-2-2 1 0,0-1 0 16,-3-3 11-16,-9 0-9 0,19-8-7 16,-7-2 3-16,-2-2 2 0,-3-3 10 15,1-2-12-15,-2-3 6 0,-2 0-7 0,-1-1 2 16,-3 1 0-16,0 10 3 0,0-5 3 0,-9-18-5 15,2 13 3-15,2 4-4 16,-2 4 11-16,1-2-10 0,2 4 1 0,-1 2 4 16,3 3-6-16,2 2 0 0,-2 3 2 0,4 3 2 15,-2-2 13-15,1 4-17 0,5 7 7 16,1 3 6-16,0-1-13 0,1 3 0 0,2-3 1 16,0 3 2-16,0 0 8 0,0-3-9 15,0 1 1-15,-1-2-2 0,3-1-5 0,-5-4 9 16,4 0-5-16,-4-5 10 0,-1 0-11 15,-1-2 4-15,-5-1-2 0,5 0 8 0,7-12-2 16,-6 1-9-16,0-2 3 0,-4-3-1 16,0-3 5-16,-1 2 7 0,1-4-12 0,-2 11-3 15,0-4 19-15,0-3-10 0,0-1-6 0,-10-11 9 16,7 16-10-16,3 4 2 0,-1 3-4 16,1 6 1-16,0 0-2 0,2-2 7 0,1 5-3 15,3 5-2-15,2 5 1 0,1 2 2 16,1 2 7-16,-2-1-9 0,2-1 2 0,3 2 11 15,-1-2-2-15,1 0-14 0,-2-3 3 16,3 0 1-16,-1-1 9 0,0-5-9 0,-2-1-2 16,-1-4 3-16,-10-1 3 0,17-10-2 0,-10-3 1 15,-2-4 7-15,-2-1-6 0,-1-3-4 16,-2 0 2-16,0 9 12 0,0-5-12 16,-10-21-2-16,3 17 0 0,-2 1 3 0,2 0-4 15,-1 1 2-15,-1 2 2 0,2 1-7 16,0 2-8-16,0 4-23 0,3 0-27 0,0 6-41 15,1 2-25-15,3 2 12 0,0 0-218 0,0 0-29 16,-7 11 41-16,8-6 19 0,5 8 27 16,1-1 25-16,1 0 0 0,2 0 17 0,2 0-19 15</inkml:trace>
  <inkml:trace contextRef="#ctx0" brushRef="#br1" timeOffset="25806.53">7655 12907 403 0,'-7'-14'296'16,"0"0"-42"-16,1 3-37 0,2 2-27 15,1 2-23-15,-1 3-15 0,2 1-17 0,2 3-11 16,2 2-11-16,2 9-3 0,0 2-16 0,2 5-6 16,2 1-11-16,-1 3-10 15,2 0-4-15,-1 1-7 0,2 0-6 0,0-1-8 16,-3-1 1-16,2-2-4 0,-2-1-1 0,-2 1-8 16,2-2-2-16,-2-5 20 15,0-1 5-15,-2-4-9 0,0-4-8 0,-5-5-3 16,2-1 2-16,-2-3-9 0,-4-6 0 0,0-6-5 15,-1 0 1-15,-1-3-10 0,-5-7 0 16,-1-5 1-16,-4-1-3 0,-1-3 6 0,0-1-14 16,-2-3 2-16,-1 3-1 0,1 1 10 0,3 3-13 15,1 3 1-15,3 4 1 0,1 3 3 16,2 6-9-16,4-1 2 0,0 7 1 16,4 5 7-16,3 4-9 0,3 4 3 0,0 3-2 15,5 5 2-15,3 6 2 0,2 0-1 0,4 3-2 16,-3 0 1-16,3-1 1 0,1-1 8 15,2-1-12-15,-3-2 2 0,1-3 1 0,-1-1 10 16,2-2 0-16,-1-5-14 0,-10-2 5 16,4 0-2-16,13-16 1 0,-15 4 9 0,-2-3-13 15,-1 0 4-15,-2-2-2 0,-4-2 11 16,-1 1-3-16,0 9-12 0,0-4 5 0,-10-21-3 16,3 17 2-16,0 2 0 0,3 0 13 15,0 4-15-15,-1 4-1 0,1 2 4 0,4 2 2 16,0 3 8-16,0 0-12 0,0 8-1 15,3 3 4-15,3 11 2 0,-1 0-4 16,5 1 9-16,-1 4-9 0,2 0 1 0,0 2 2 16,3 2-1-16,0-1-1 0,-1-2 0 0,2-2 3 15,1 1 8-15,-1-3-9 0,2-3-1 16,0-6 2-16,-3 0 12 0,1-4-14 0,1-1 0 16,-1-7 2-16,-10-3 12 0,4 0-6 0,9-14 10 15,-8 0-20-15,-6-6-2 0,0 0 3 16,-4-4 3-16,0 11-3 0,0-5 12 0,-11-23-15 15,3 16 2-15,-2 2 1 0,-3 0-2 16,2 1 12-16,-1 1-3 0,2 4-13 0,1 3 5 16,0 2-4-16,-1 1 13 0,2 4 4 15,2 6 1-15,6 1-7 0,0 0-11 0,-3 13 3 16,5 3 4-16,-2-7-5 0,13 20 10 16,-1-8-15-16,-1 0 3 0,2 1 5 0,1-2-2 15,2-1 9-15,-1-2-12 0,1-3 1 16,-1-1 0-16,2-5 3 0,0-3 6 15,0-4-7-15,-7-1 1 0,12-11 7 0,-7-1-11 16,-3-3 13-16,-3-2 2 0,-1-2-15 16,-5-1 12-16,0 0-11 0,-2-6 0 0,-1 13 13 0,0-6-17 15,-12-32 7-15,0 19-1 16,-2-5 7-16,0 1-13 0,-1 0 6 0,-1 2 1 16,1 4 4-16,3 5-6 0,1 1 2 0,1 5-3 15,2 0 13-15,1 8-13 0,4 6 2 16,3 5 1-16,0 6-1 0,5 7 11 0,4 5-13 15,-2 1 5-15,4 2 8 0,0 4 0 0,2 2-8 16,4 10-1-16,0 1-1 16,-1 0 0-16,0-1 15 0,1 0-9 0,-3-5 4 15,1-5-12-15,-4-1 1 0,0-6 4 0,-1-1-2 16,-2-4 0-16,-1-1-3 0,-2-9 3 16,-3-2 0-16,-2-3 1 0,0-6 10 0,-4-3-12 15,-3-3-2-15,-3-2 4 0,-1-1-6 16,-2-1-2-16,-4-1-18 0,-1-4-6 15,-3 0 1-15,1 2 3 0,0 3 5 0,2 2 5 16,1 3 3-16,3-1-2 0,0 4-3 0,0 2 5 16,7 3 0-16,1 2 1 0,6 1 4 15,0 0-2-15,0 10 9 0,4-5-6 0,5 2 2 16,2 1-2-16,-1-2 3 0,3-3 10 0,0-1-9 16,2-1 2-16,-8-1 2 0,21-9-3 15,-14-1 0-15,2-3 4 0,-3 1 6 0,-2-4 2 16,-1-2 1-16,-2-4 4 0,0 1 20 15,-1-3 2-15,-2 0-18 0,-2 0 0 0,-3-4 1 16,0 15 8-16,0-10-5 0,-10-24-16 16,4 23 2-16,1 1 4 0,1 2 2 0,-1 2-4 15,3 5 0-15,0 2 12 0,0 7-17 16,2 5 2-16,3 2 11 0,0 4-15 0,3 8 2 16,-1 4-1-16,4 3 13 0,-1 3-16 15,0 2 0-15,2 1 3 0,1 2-1 0,0 1 11 16,3 2-12-16,-1-1 3 15,1-1-1-15,-2-4 10 0,0-3-18 0,0-2 7 16,1-2 0-16,-2-6 0 0,1 1 15 0,0-6-16 0,-4-5 1 16,-8-3 11-16,16-9-18 15,-7-2 1-15,-2-3 1 0,-2-4 15 0,-1-3-11 16,1 0-5-16,-4-4 11 0,0-1-10 0,-1 14 9 16,0-7-12-16,0-2 2 0,-8-24 10 15,5 24-11-15,1 4 2 0,2 1 0 0,-1 5 11 16,1 11-6-16,0 0-8 0,0 0-1 15,5-4 4-15,-3 8 6 0,4 13-8 16,3 1 1-16,1-1 1 0,-2 2 9 0,0 0-9 0,2 1-1 16,0 1 4-16,3-2 13 0,-1-1-1 15,-2-1-18-15,2-2 0 0,2 0 18 16,0-2-17-16,1-2 4 0,-1-3 1 0,2-3-2 16,-2-4 12-16,-9-1-2 0,5 0-7 0,8-9-2 15,-9-1 14-15,2-2 2 0,-4-6-21 16,-2-3 11-16,-1 2-11 0,-4 5 14 15,0-4-5-15,-9-23-12 0,3 18 4 0,-3-1-1 16,-1 3 16-16,0 1-16 0,0 1-1 16,1 3 1-16,-1 4 5 0,2 4-8 0,3 2 21 15,1 6-20-15,4 0 16 0,-3 11-12 0,3 2 12 16,0-4-4-16,0 4-10 0,11 21 2 16,-4-12-3-16,2-1 5 0,3 0-2 15,-1 1 6-15,2-5-8 0,-1 1 2 0,2-3 2 16,-2-2 2-16,2-1 16 0,1-4-21 0,-3-2 5 15,2-6 6-15,-7 0 8 0,10-12-12 16,-6 0 1-16,-1-5 1 0,-4-2 8 0,1-1-14 16,-4-1 4-16,-2-4 0 0,-1 14-1 15,-9-23-2-15,0 7-1 0,-4 3 8 0,2 2-11 16,-2 3 4-16,-1 3-1 0,-1 3 16 16,2 3-20-16,0 6 3 0,6 4 17 0,-2 0-6 15,-10 13-12-15,12 4 3 0,2 1-2 16,3 4 12-16,2 3-15 0,0-14 1 0,0 6 5 15,13 21 8-15,-8-18-13 0,4-2 3 16,1-2 1-16,1-1-1 0,2-5 3 16,0-3 0-16,2-3 1 0,-8-4-6 0,15-8 6 15,-6-4-1-15,-5-2-2 0,0-3 7 0,-1-2 5 16,0-1-12-16,0-2 2 0,-3-5-1 16,0-1 4-16,-1-2-5 0,1-3-2 0,-1 4 3 15,0 0-2-15,1 2-2 0,-1 2-1 16,0 4 6-16,0 2-5 0,1 2-2 0,1 7 22 15,-1 2-8-15,0 5-11 0,0 3-1 16,-7 0 11-16,9 0-12 0,10 11 2 0,-9-3 1 16,1 2 2-16,-2-1-5 0,0-1 0 0,0 3 8 15,1 0 18-15,-3-1-13 0,0-2 16 16,-1 0-22-16,-2-2 9 0,0-1 3 16,-2-2 11-16,1-1 5 0,-1 1-17 0,-2-3 2 15,0 0-6-15,-2 0 0 0,-1-2-2 16,-4-4 2-16,-3-1-6 0,-3-2 1 0,0 1 0 15,-1-2 13-15,0 1-21 0,0 2 17 16,1 0-13-16,-2 3-6 0,2 0 27 0,3 2-24 16,10 2 7-16,-7 0-12 0,-11 9 5 15,9 1 3-15,3 1-4 0,1 4 8 0,1 2-9 16,1 2 3-16,3 3-1 0,0-10 0 16,0 3 6-16,10 24 10 0,-4-15-18 0,2-3 6 15,0-1-2-15,1-2 1 0,0-2 19 0,3-1-27 16,1-1 6-16,0-8 14 15,0-1-18-15,-7-5 6 0,1 0-1 0,12-16-1 0,-9 3 13 16,-5-1-20-16,0-5 8 0,-2-1 1 16,-1-2 13-16,-2 11-16 0,-11-30 3 15,2 9-10-15,-3-4 8 0,-2-3-1 0,-5-6 11 16,-2-2-15-16,2-1-2 0,-1-1 3 16,-1 5 1-16,2 3 25 0,3 5 8 0,1 5-26 15,3 4 22-15,1 4-27 0,2 4 3 16,0 4 23-16,2 5-30 0,5 7 3 15,2 3 11-15,0 7 7 0,5 7 6 0,-1 5-7 16,3 5-6-16,4 3 28 0,2 2 0 0,3 4-16 16,1-2 0-16,1 4 1 0,3-4-3 0,0-1 5 15,-1 0-4-15,1-3 3 0,0-3-1 0,1-4-4 16,-1-2-1-16,-2-2 35 16,0-4-11-16,-2-3 7 0,2-4-2 0,-3-4 1 15,-9-1-3-15,13-8-9 0,-9 0-2 0,-3-6 3 16,-3-5 1-16,-1-2-15 0,-3-3 0 15,-1 13 1-15,0-8-12 0,-12-24 5 16,7 19-4-16,0 4-1 0,0 0-5 0,1 3 7 0,1 2 0 16,-1 4-14-16,2 6 12 15,1 3-4-15,4 2-8 0,0 2 5 0,1 2 13 16,3 5-8-16,5-1-6 0,0 2 5 0,1-2-20 16,2 1 22-16,2-1 6 0,-3 2-7 15,0-3 2-15,-1 0 1 0,-2 1 3 16,1-3 5-16,-5 3-2 0,-3-3-4 0,-3 2-2 15,-1-7 2-15,0 10-1 0,-21 11-171 16,7-10-60-16,1 2 24 0,-5-1-273 0,-2 3 11 16,-2-1 57-16,-3 0 16 0,-1 2 29 0,-3 0 49 15,0 2 10-15,0-1-2 0,-4 1 55 16,-1 3-14-16,1 1 33 0,2 2-8 0</inkml:trace>
  <inkml:trace contextRef="#ctx0" brushRef="#br1" timeOffset="26471.34">7844 13700 376 0,'-9'-18'328'0,"2"1"-27"0,0-2-59 0,3 6-28 0,-3 0-25 15,4 2-17-15,-1 3-17 0,1 3-21 0,2 2-16 16,1 3-10-16,2 3-6 0,4 9-1 16,1 3-21-16,0 2-8 0,3 0-3 15,0 4 3-15,1-1-20 0,3 1-7 0,-1-1-2 16,1 0-4-16,0-3-10 0,-1 0 1 16,-1-3-2-16,1 0 13 0,0-3-20 0,-2-2 10 15,-1-3-9-15,-3-6-1 0,-7 0 13 0,6 0-11 16,4-15-11-16,-5 1 1 15,-5-6 12-15,0 9-15 0,0-7-8 0,-10-22 7 16,3 18 8-16,0-2 9 0,-3 2-27 16,1 2 5-16,0 2-2 0,1 2 13 0,1 1-20 15,0 1 1-15,5 6-3 0,-1 3 6 16,3 5 4-16,5 0 1 0,2 9-8 0,4 1-1 16,2 4 2-16,-1 1-2 0,2 1 3 15,3 1 2-15,1-3-2 0,0 2 13 0,0-3-13 16,-3-2 5-16,1-2 4 0,1 0-4 0,-2-3-5 15,-2-3 6-15,-3-3 12 0,-10 0-11 0,15-10 2 16,-10-5-6-16,-2 0 18 0,-3 4-19 16,0-4 12-16,-9-22-16 0,3 16-4 15,-2 0-32-15,-4-1-11 0,1 0-22 0,-2 1-9 16,2 0 3-16,0 2-4 0,0 4 0 16,2 1-22-16,-1 1-8 0,2 4 10 0,5 6-36 15,0 3-25-15,3 0-25 0,0 0-83 16,-2 6-49-16,4 0 22 0</inkml:trace>
  <inkml:trace contextRef="#ctx0" brushRef="#br1" timeOffset="27270.46">8237 13595 412 0,'0'0'209'0,"0"0"-24"0,4 0-32 0,4-11-10 15,-6 6-3-15,-1 2-30 0,0-2 4 16,-1-10-12-16,0 10 2 0,0-5-20 0,-8-12-3 15,4 10-16-15,-2 1-18 0,-2-2 8 0,-2 2-7 16,3-1-14-16,0 2 4 0,0 4-1 16,2 2-4-16,-1 2-6 0,2 1-21 15,4 1 10-15,0 0 14 0,0 0-10 0,-6 13-18 16,7 1 18-16,-1-6-10 0,10 19-2 16,-3-9 14-16,2-1-6 0,0 1-17 0,0 1 13 15,3-1 6-15,1-4-15 0,0-1 10 16,-1 0-13-16,4-4 8 0,0 1 3 15,-1-5-5-15,-1-4 6 0,-4-1-13 0,-5 0 12 16,11-12-6-16,-9 0 1 0,-1-1-1 16,1-1 5-16,-4-3 1 0,-2-1-1 0,-1-1-2 15,0 11-3-15,-9-23-3 0,1 14 4 16,0-2 1-16,-4 0-10 0,0-1 8 0,1 2-1 16,-1 0 0-16,1 3-10 0,1 1 11 15,1 1 0-15,0 2 4 0,4 5-8 0,0 3 1 16,4 3 0-16,1 0-9 0,0 0 3 0,0 9 14 15,5 2-10-15,0-1 9 0,4 2-14 16,1 1 10-16,2 0-6 0,0-3-2 0,0-1-7 16,1 0-2-16,0-3 15 0,0-2-6 15,0 0-8-15,-4-4 0 0,-9 0 2 0,20-8 1 16,-9 1-1-16,-1-4-1 0,-2 0-1 16,-1-2 7-16,0 0-23 0,-2 0 22 0,-2-1-7 15,-2 0-5-15,-1 8 15 0,0-4 7 16,0 0-4-16,-9-12-2 0,7 14 1 0,0 3-14 15,-1-1 18-15,1 4-7 0,1 1 1 16,-1 1 0-16,1 2-2 0,1 1 4 0,0 1 1 16,3 12 0-16,-3-8-1 15,9 16-2-15,-1-6-2 0,-1-1 8 0,1 1-22 0,3-2 19 16,-1 0-6-16,0 0-5 0,1-2 7 16,-1-3 7-16,3-1-2 0,0-2-2 0,0-3 8 15,-2-5-9-15,-11 0-2 0,10 0 0 16,11-16 14-16,-11 3-5 0,-1-2-1 0,-1-5 6 15,-2-1-7-15,-1-1-2 0,-4-1-7 16,-1 10 13-16,0-4-3 0,-10-26-3 0,4 19 2 16,-2 3-2-16,-2 2 10 0,3 3 13 0,-3-3 2 15,3 5 3-15,0 7 2 0,5 5-7 16,2 2 4-16,-1 9-8 0,4 2 2 0,3 8-6 16,0-2 2-16,3 4 3 0,1 0-5 15,1 0 4-15,1 1-5 0,0-3 0 16,1 0 0-16,1-3-5 0,0-3-16 0,1-2-27 15,2-3-60-15,-1-2 8 0,-4-5-271 0,-3-1 1 16,-3 0 47-16,0 0 15 0,6-10 46 16,-9 4-22-16,-2 1 35 0,0 1 3 0</inkml:trace>
  <inkml:trace contextRef="#ctx0" brushRef="#br1" timeOffset="28703.82">9108 13258 212 0,'1'0'277'15,"-1"0"-50"-15,0 0-33 0,13-11-19 16,-8 1-4-16,0-4-27 0,-2-2 14 0,-1-1-23 15,-2-1-4-15,0 9-7 0,0-7-7 16,0-2-18-16,0-3-12 0,-10-19-7 0,5 18-1 16,-1 3-19-16,-1 0 0 0,1 2-8 15,-1-2 4-15,2 4 1 0,-1 2-5 0,1 3-10 16,1 2 0-16,1 4-8 0,1 2-1 16,2 2-2-16,0 0-6 0,0 11-1 0,4 8-2 15,3 0 3-15,-2 4-7 0,4 4 0 16,1-3-3-16,0 2 7 0,4-1-15 0,-4 0 2 15,3-2 5-15,-1-2-6 0,0-3 2 0,0-2-3 16,0-1-7-16,2-2 4 16,-1-3-2-16,-4-4 0 0,0-5 1 0,-9-1-1 0,5 0 0 15,4-11 9-15,-1 0-10 0,-3-2 1 16,-3-4 1-16,0-3-1 0,1 0 0 16,-3 9 1-16,0-7-2 0,0-1 4 0,-10-23 4 15,6 20-9-15,-1 0-3 0,3 0 3 0,-3 1 1 16,1 3-4-16,0 2 3 0,2 3 9 15,0 4-14-15,2 9 1 0,0 0 4 0,0 0 0 16,9-8 0-16,-6 10 0 0,6 5 2 16,-1 3-2-16,3 4-1 0,1-2 5 15,0 3 7-15,-2 0-12 0,3 1 5 0,-3-3-8 16,0-2 2-16,1 1 9 0,0-2-10 16,-2-2-1-16,1-4 3 0,-2-3 0 0,-8-1 7 15,6 0-5-15,11-10-7 0,-10 1 4 16,-2-4 1-16,1-1 1 0,-2-4-2 15,-1-1-1-15,0-1 0 0,-3 0 6 0,0 9-14 16,0-5 5-16,0-2 0 0,-11-17 2 0,11 19-3 16,-3 2 4-16,1 6-7 0,1 0 1 15,0 5-3-15,1 3 1 0,4-2-3 0,-1 6 4 16,4 5 4-16,2 3 1 0,0 1-3 16,1 2 1-16,-3-1-9 0,3 1-5 0,1-3 1 15,-1 0 9-15,1-1-6 0,0-2 7 0,1-2-1 16,-2-6-5-16,-3 1 10 0,-7-2-8 15,15-10 8-15,-9 2 3 0,-1-2-1 0,1-5 0 16,-5 0 5-16,-1 6-7 0,0-5 4 16,-8-22 6-16,1 15 7 0,-2-2-2 0,-2-3-5 15,-2 0-2-15,1 0-4 0,-2-2 1 16,0 3 7-16,-2-1-2 0,2 2 0 0,1 2 2 16,2 5-4-16,3 0 0 0,-2 4-6 15,5 6 6-15,4 5 5 0,2 2-2 16,2 5 10-16,3 6-4 0,4 5-5 0,0 5-1 15,2 4-1-15,5 7 5 0,2 2 4 16,-1 3-6-16,2 1-4 0,-1-3-3 0,0 0 2 16,-4-4-4-16,1-3 4 0,-1-2 0 0,-1-5 2 15,-2-3 3-15,-3-3 11 0,0 1 11 16,-2-5-4-16,-1-3 5 0,-4-6 4 0,-2-2-19 16,-1-3-2-16,-3-1-1 0,-3-4 3 15,-5-3-14-15,-2-2-10 0,-3-3-21 16,-2 1-20-16,-2-3-25 0,-1 0-7 0,0 1 17 15,1 3 2-15,0 1 8 0,2 0-2 0,2 5 1 16,0 1 20-16,3 3-2 0,14 4 3 16,-7 0-3-16,2 0-3 0,-2 8 22 15,7-4-2-15,0 1-1 0,4-3 1 0,4 7-1 16,1-3 17-16,1-3-7 0,-3-2 3 0,-7-1 1 16,11 0 20-16,16-10 3 0,-13 2 0 15,0-1-8-15,-1-4 10 0,-4 2-5 0,3-5 7 16,-1 4-1-16,-1-3 3 0,0 4 8 15,-3-2-6-15,0 3-5 0,0 1 0 0,0 1-7 16,-1 2 12-16,1 3 5 0,0 3-8 16,-7 0 0-16,19 9 8 0,-4-1-9 0,0 4-2 15,1 1 3-15,-2 5-5 0,1-3 4 16,-1 2-1-16,-1 0 6 0,-2 1 11 0,0-3 11 16,1 2 13-16,-4-2 3 0,-1 2 13 15,-1-3-4-15,-3-2-6 0,-2-1 0 16,-1-4 19-16,0-7-19 0,0 0-1 0,0 0-32 0,-11 7 2 15,1-15-3-15,3-3-5 0,-3-4 2 16,2-3-18-16,-2-7-31 0,0-2-24 16,3-2-13-16,1 0-7 0,2 2-4 0,3 2-7 15,1 1-12-15,0 12-6 0,0-5-23 0,0 0-17 16,11-15 12-16,-7 20-183 0,0 6-50 16,0 3 14-16,2 0 35 0,0 3 9 0,-6 0 44 15</inkml:trace>
  <inkml:trace contextRef="#ctx0" brushRef="#br1" timeOffset="29603.76">9948 12729 398 0,'0'0'237'0,"3"-7"-45"16,-2 2-24-16,-1 0-8 0,0-10-24 0,0 7-5 16,0-5-26-16,0-1-8 0,-13-20 20 0,5 18-37 15,-1-1-7-15,0 2 8 0,-1-1 2 16,0 4-7-16,-3 0-6 0,2 5-5 0,1 0-10 15,2 4-3-15,0 3-2 0,8 0-8 0,0 0-3 16,-12 16-5-16,6-5-11 0,5 6 2 16,1 2 4-16,0-9-9 0,0 5-9 15,0 5 10-15,11 18-5 0,-4-16-6 0,0-4 1 16,6 2 1-16,-1-4 4 0,0-1-7 16,0-2 4-16,3-2-10 0,-1-4 1 0,0-4 4 15,-7-3 4-15,1 0-10 0,15-8 3 0,-13-1 5 16,-3-3 1-16,-2-4-6 0,-2 1-1 15,-3-1-2-15,0-2 6 0,0 10-8 0,-8-18 6 16,1 9-3-16,-3 0 2 0,-1 1 0 16,-2-1-5-16,-4 1 2 0,3 1-2 0,-2 3-1 15,2 1-2 1,0 0-4-16,3 3 4 0,0 3-2 0,4 5 4 0,7 0 1 0,0 0-9 16,-10 9 5-16,10-2 3 0,4 8 1 15,3 1-1-15,3 1-6 0,-2-1 4 0,4 0 4 16,-1-2-1-16,0-1 1 0,5-2 2 15,-2 2-3-15,3-5-2 0,0-1 2 0,2-2-8 16,0-4 7-16,-3 0 8 0,-7-1-6 16,12-9-1-16,-7 2 1 0,-1-1 1 0,-5-3-1 15,2 0 0-15,-1-5-1 0,-5 0 1 16,0-2 1-16,-1 0-1 0,-3 9 1 0,0-5-2 16,0-1-1-16,0-2-3 0,-11-15 1 0,8 18 4 15,-1 2 7-15,-1 1 15 0,1 2-3 16,1 3-6-16,2-1 4 0,-2 3-8 15,2 2 4-15,-1-1 0 0,1 1-4 16,1-1-2-16,-2 3 7 0,1-1-7 0,0 0-3 0,1 1-1 16,0 0 4-16,0 0-2 15,0 0 5-15,0 0-9 0,0 0-2 0,0 0 6 16,-6 0-3-16,6 0-1 0,0 0 6 0,-6 0-6 16,6 0 0-16,-7 8 1 0,7-8-6 15,-1 2 3-15,-2-2 1 0,3 0 1 0,0 0 3 16,-3 1-6-16,3-1 0 0,-1 0-1 15,1 1 1-15,0-1 3 0,-2 1 0 0,1-1 0 16,1 0 5-16,-1 0-7 0,-1 3 4 0,2-1-5 16,-1-1 0-16,1 0-3 0,0 2 3 15,-3 0 1-15,3 0 0 0,-1-1-3 16,1-1 6-16,-2 2-7 0,1-1 4 0,1 1 3 16,-2-1-5-16,2 0 3 0,0 0 6 0,-1 0-5 15,1 0-4-15,0-2 0 0,-3 3 1 16,3 0 2-16,0-2 3 0,-1 0-6 15,1 1 1-15,-2-1 0 0,2 1-3 0,-1-1 5 16,1 1 2-16,-2-1-1 0,1-1-4 16,1 2 4-16,-1-2-1 0,1 0-5 0,-2 1-4 15,1-1-9-15,1 1-11 0,-3-1-17 16,3 0-20-16,0 0-4 0,0 0-15 0,0 0 7 16,0-1-65-16,0 1-33 0,0 0-49 15,-1 0-99-15,1 0 22 0,0 0 19 0,0 0 11 16,0 0 5-16,-2 2 40 0,2-2-11 0</inkml:trace>
  <inkml:trace contextRef="#ctx0" brushRef="#br1" timeOffset="31869.35">10187 12606 277 0,'0'0'297'0,"0"0"-33"15,0 0-38-15,0-7-24 0,-8-6-20 0,2 2-14 16,-1 2-22-16,-1-2-12 0,1-1-15 16,-3 2-5-16,-3-2-20 0,-1 2-7 15,1-1-3-15,-1 2-14 0,-1 0-10 0,2 2-4 16,-1 2-7-16,4-1 9 0,-3 3-16 0,5 3-5 16,1 0-2-16,7 0 3 0,-11 12-12 15,5 1-1-15,6 0-2 0,-1 6 6 0,1-9-13 16,0 7-4-16,11 23 1 0,-4-15 2 15,3 1-7-15,0 0 6 0,4-2-4 16,-3-3 7-16,2-1-11 0,1-3-1 0,0-4 1 16,0 0-1-16,0-8 4 0,0-5 3 0,-8 0-4 15,12-11-2-15,-9-4 3 0,-4-2-6 16,2-4 1-16,-4-2 8 0,0-2-6 16,-3 0-7-16,0 10 1 0,0-7 1 0,-14-34 3 15,3 20-1-15,-1 1-4 0,-2-2 2 0,-4-5-2 16,-3-1 3-16,-2 2 5 0,2 1-11 15,0 4 9-15,1 3-8 0,3 3 4 0,2 6 0 16,1 0-1-16,1 7-4 0,3 2 6 0,3 6 3 16,6 5-8-16,1 4-2 0,1 10 5 15,6 5-3-15,2 4 4 0,2 6-1 0,3 5-2 16,3 3 0-16,3 3 9 0,-1 0-11 16,4 2 4-16,1-4 0 0,-3 0 1 0,2-1-3 15,-2-3 3-15,1-2-3 0,-1-4-1 16,-1-2 11-16,0-3-11 0,-3-5 1 0,-2-2 2 15,2-3-3-15,-1-4 4 0,-2-4 0 16,-14-1 7-16,10 0-9 0,8-14 1 16,-11 4-3-16,-6-2 3 0,1-2-3 0,-2 5 1 0,0-3 1 15,-10-23-1-15,2 14-1 16,-1 2-5-16,1-2 8 0,1 5-4 0,-2-2 2 16,2 2 6-16,1 5-3 0,2 3 0 0,3 2-4 15,-1 4 0-15,2 2 0 16,0 6 1-16,2-2 3 0,1 9-4 0,1-1 0 0,1 3 3 15,0-3-1-15,0 3-1 0,2-2 2 16,-1 0-2-16,1-3-4 0,0 0 5 16,-1 0 3-16,-2-4-1 0,0-3-1 0,2 0 2 15,-3-2-3-15,0 0 8 0,-3-1-3 0,0 0-5 16,0 0 1-16,5-11 0 0,-2-3 0 16,-3 7-2-16,0-6 1 0,-10-18 0 0,6 14 1 15,-2 0-1-15,2 3 2 0,0 1 2 0,1 2 0 16,0 3-1-16,2 3 9 0,-1 2-11 15,2 3 5-15,0 2 0 0,0 0 0 16,3 10-6-16,0-1 2 0,0 3 9 0,1 2-11 16,4-2 0-16,-2 2 2 0,1-2-1 0,3 0 3 15,0 1 7-15,2-3 4 16,-2-1-8-16,3-2-8 0,-2-2-1 0,2-1 1 16,-5-4 2-16,-2-2-7 0,-6 0 7 0,6 0-2 15,6-11 0-15,-4 2 3 0,-2-3 0 16,-3 0 0-16,-3-3 0 0,0 6-2 0,0-3 1 15,-8-21-2-15,4 13-2 0,-2 1 1 0,-1 1 1 16,3 1 2-16,-1 3-1 0,0 1 3 16,2 2-5-16,-1 3 4 0,2 3 7 15,1 0-10-15,1 3 0 0,0 2 1 0,0 0-1 16,1-1 2-16,1 3-2 0,2 1-2 16,-2-1 5-16,5 6-5 0,-3 1 7 0,-1-4-6 15,-1 1 2-15,1-1 3 0,0 0 8 16,-2-2-12-16,1 1 0 0,-1-2 0 0,1-1 5 15,-1 2-2-15,-1-3 8 0,1 0-9 16,-1 0-4-16,-1-1 3 0,1-1-3 0,-1 0 5 16,-1 0 0-16,-5-7-5 0,4 2 0 15,-1 0 9-15,1 2-4 0,0 0-1 0,1 2 5 16,-1 1-10-16,2 0-3 0,-1 1 11 16,1 2-10-16,-1 1 2 0,2 0 2 0,2 2-1 15,-1 11 3-15,-1-7-5 0,7 16 12 16,-3-7-11-16,3-1 5 0,0 0-4 0,2 1 0 15,-1-2 2-15,2 0-1 0,2-3 3 16,0 1 5-16,-1-5-8 0,4 0 1 0,-4-3 2 16,3-2-4-16,-3-3 4 0,-5 0 1 15,14-8-1-15,-9 0 2 0,0-3 1 0,-1-2-7 16,-1-3 3-16,-3-3 2 0,-1 1-3 0,-3-1 2 16,-2-1-2-16,0 8-2 0,0-2 7 15,-15-19-9-15,8 16 9 0,-1 0-6 0,0-1 6 16,0 3-5-16,-1 0 8 0,1 2-11 15,1 3 6-15,3 4-8 0,1 5 6 0,3 1-2 16,0 0-4-16,1 4 3 0,1 0 2 16,3 7 2-16,2 2-2 0,0 2 2 0,1 1 3 15,0-1-6-15,2-2 3 0,2 1 0 16,-2 0 0-16,0-5 0 0,2 0 7 0,-1-3-10 16,0-3 0-16,-7-3 4 0,5 0-1 15,11-12 0-15,-10 1 7 0,-2 0-8 16,0-3 0-16,-2-2 2 0,1-2-3 0,-3-2 4 0,0 0 1 15,0-1-6-15,-2-3 5 0,-2-3 3 16,0 3-7-16,1 0 3 0,0 3-2 16,0 5-2-16,0 3 9 0,2 2-9 0,-1 3 2 15,1 5 1-15,-1 3-2 0,-2 0 4 16,0 0 10-16,14 11-10 0,-7-1-7 0,1-1 5 16,-1 2-2-16,-1-1 3 0,2 1 2 15,0-1-1-15,-3-1-3 0,0 0 9 0,-1-3-7 16,1-1 4-16,-3 0 2 0,0-3 1 15,0 0 8-15,1-1-2 0,-3-1 7 16,0 0-13-16,0 0 0 0,-1-5 1 0,-1 1-5 0,-4-5 3 16,-3-3-6-16,-1 1 0 15,0-1 2-15,-1 0 2 0,-1 3 11 0,2 1-5 16,0 2-11-16,0 2 2 0,4 3 12 0,6 1-3 16,-13 8-12-16,8 2 10 0,1 3-11 15,2 4 3-15,2-8-3 0,0 5 0 16,0 3 8-16,12 21-10 0,-5-18 11 0,-1-2-5 0,2 1 1 15,4 2-3-15,-2-4 4 0,1-2 10 16,1 1-12-16,1-3 16 0,2-4-9 0,-4-4 11 16,1-4-9-16,-6-1-1 0,11-11 0 15,-8-1-3-15,-1-4 1 0,-1-3 6 16,-3-1-9-16,-2-2-3 0,-2 8 3 0,0-5 1 16,-11-26-9-16,1 15 4 0,-3-1-2 0,-2-3 2 15,-4-2 11-15,-2-7-14 0,-5 2 7 16,2-1-11-16,2 4 2 0,-1 4 3 15,4 2 7-15,2 5-11 0,3 6 1 0,0 4 0 16,1 5 15-16,3 4-17 0,10 8 1 16,-7 9 5-16,7 10 9 0,0-9-13 0,11 27 12 15,-1-6-8-15,3 4-1 0,1 2 3 0,3 3 14 16,2 1-20-16,1-1 1 0,4-2-2 16,1-3 2-16,1-4-26 0,-2-8-12 15,2-4-33-15,0-7-15 0,-2-3-56 0,0-7 14 16,-12-2-252-16,20-11 10 0,-12 1 40 15,-8-5 39-15,-5-4 4 0,-5 0 38 0,-2 10 6 16,-16-16 6-16,0 12 41 0</inkml:trace>
  <inkml:trace contextRef="#ctx0" brushRef="#br1" timeOffset="32400.94">9057 12784 256 0,'3'12'217'0,"0"-3"-47"0,1 2 9 16,1-1-16-16,1 0-20 0,0-1-1 0,-1-3-2 16,0-2-15-16,0-1-2 0,-1-1 14 15,-1-1-5-15,0-1-5 0,-3 0-7 0,0 0-12 16,4-8-4-16,-4 4 0 0,-2-8 7 16,-3 1-27-16,1-1-9 0,-2 0 4 15,-1 1-21-15,0 1-5 0,-1 1 7 0,1 0-20 16,3 4-7-16,-1 1-43 0,0 3-51 15,3-1-68-15,2 2 14 0,0 0-255 0,-14 16 15 16,11-5 29-16,-3 0 31 0,0 2 27 0,3 3 19 16,-1-2 10-16,4-6 27 0,0 5-33 15</inkml:trace>
  <inkml:trace contextRef="#ctx0" brushRef="#br1" timeOffset="65623.17">4715 11019 210 0</inkml:trace>
  <inkml:trace contextRef="#ctx0" brushRef="#br1" timeOffset="67437.91">4749 11025 454 0,'-2'-2'316'0,"1"-1"-29"0,1 1-41 0,-3-1-19 15,2 3-27-15,1-3-19 0,0 4-15 16,0 1-23-16,4-1-5 0,2 12-11 0,5 3-8 16,-1 0-9-16,1 5-1 0,0 4-25 0,3 0-7 15,1 5-4-15,0-2-9 0,1 0-6 16,-4-2 7-16,2-1-24 0,-2-3 1 0,-1-3-5 15,-3-1-3-15,1-2 9 0,-1-3-11 0,-2-2-2 16,-2-5-3-16,-7-8-4 0,2-2 12 16,-5-8-20-16,-2-3 18 0,-1-3-6 15,-2-5-9-15,0-3-10 0,-5-3-2 0,-1-6 1 16,-1-2 7-16,-3-5-5 0,-6-6-6 16,3-1 2-16,2 1 0 0,-1 0 1 0,5 4-10 15,2 2 4-15,2 4 3 0,3 7 0 16,1 1-1-16,4 4-2 0,2 4-8 0,4 11 3 15,0-1 0-15,0 2 3 0,11-1 0 16,1 15-2-16,-1 9 2 0,-1 3-1 0,2 5-1 16,1 6 1-16,0 2-7 0,0 1 4 0,-2 6 1 15,0 0-1-15,-2-3 1 16,-1 1 6-16,-2-5-15 0,-2-1 8 0,0-2 2 16,-1-2-3-16,0-2-5 0,-3-5-10 0,0-12-5 15,0 2-10-15,-9 5-2 0,5-11 3 16,0-2-14-16,1-1 11 0,-3 0 7 0,4-1-1 15,-7-5 5-15,6 3-3 0,0 1 4 0,2 0 3 16,0 2-3-16,2 1-9 0,0 2 13 16,1 1-1-16,1 0 5 0,8 8 0 15,-1 2 4-15,4 1 5 0,-1 0-1 0,1 3-8 16,1-2 1-16,5 4 11 0,1-2-3 16,0-1 6-16,-1-2 3 0,1-1 2 0,-1-3-1 15,0-2-13-15,2-3 14 0,-4-3 5 16,-8-1-4-16,17-9-4 0,-13-2 8 0,-1-5-11 15,-3 1 1-15,-2-3 11 0,-2-2 9 16,-2 0 1-16,-3-3-4 0,-1 11 0 0,0-6 1 16,-8-22 0-16,1 18-8 0,-4 1 7 15,1 3 7-15,3 1 4 0,-2 3 10 0,1 1-13 16,1 5-3-16,1 6-1 0,6 2-3 0,0 0-1 16,-5 11 3-16,7 5-9 0,4 5 4 15,2-1-3-15,2 2-1 0,3 1-4 0,0 1 5 16,2-1 0-16,-1-3-3 0,3 0-2 15,-3-2 10-15,2-3-9 0,-2-3-3 0,4-2 2 16,-2-5 2-16,-1 0 7 0,-6-5-9 16,2 0 10-16,11-16-11 0,-12 6 0 0,-1-2 2 15,-1-5-1-15,-2-1 0 0,-2-2-1 0,-4-4 2 16,2 0 2-16,-2 10 7 0,0-3-10 16,0-3 2-16,0 1-3 0,0 2-1 15,0 1-1-15,0 3 6 0,0 3-10 0,0 4 0 16,0 6 4-16,0-6-4 0,4 10 7 15,4 6 0-15,-1 0-4 0,2 2 0 16,-1 1 10-16,-1 0-13 0,2 0 2 0,0 1 3 16,-3-3-5-16,0-1 4 0,-2-2 10 15,0-5-10-15,-1 3 6 0,-1-3 16 0,0 0 9 16,-2-1 14-16,2-2-18 0,-4-1-2 0,2-1-5 16,-2-1 14-16,-3-8-17 0,0-2 6 15,-4-2 3-15,-1 1-25 0,-2 0 5 0,2-2 1 16,-1 3 8-16,-1-1-12 0,0 3 0 0,0-2 15 15,2 4-7-15,1 1-11 0,3 4 5 16,0 1-5-16,2 3 6 0,4 0-10 0,0 0 6 16,-3 13-10-16,3 1 9 0,0-5-8 15,9 18 3-15,-4-9 7 0,4 4-6 16,-1 3 1-16,2-3 10 0,0 2-18 0,1-1 7 16,-1-3-1-16,1-3 1 0,-1 1 14 0,-3-4-19 15,5-1 7-15,-3-4-1 0,-1-5 3 16,-8-4 0-16,5 0 12 0,9-16-15 15,-8 5 1-15,-3-7-2 0,-2-1 3 0,0-1 13 16,-1 9-15-16,0-7 4 0,0-2-3 0,-14-28 0 16,7 22 0-16,0 0 12 0,0 2-2 15,0 4-15-15,2 0 4 0,0 4-5 16,1 2-1-16,1 4 19 0,3 4-20 0,0 6 2 16,2 0 0-16,1 3 2 0,4 8 15 15,1 2-20-15,3 3 6 0,-4-1-2 0,3 2 12 16,-3-1-2-16,3 1-14 0,0-1 3 15,0 0 3-15,1-1-1 0,-1-1 2 0,0-3 9 16,0-4 3-16,-3-2-14 0,-2-5 3 0,-5 0 0 16,15-11 3-16,-10-1 3 0,2-2-7 15,-3-4 5-15,-1-3 3 0,0-3-10 0,-1 0 4 16,-1-1 0-16,-1-1 14 0,0 15-22 16,0-6 7-16,0 0-2 0,0 1 2 0,0 2 10 15,0 3-18-15,0 3 10 0,0 2-10 16,0 6 14-16,0 0-12 0,1-7 3 0,2 10-1 15,-2 0 2-15,5 9-2 0,1-1 3 16,-4-1 6-16,2 3-13 0,-1-1 5 16,0-1 3-16,1-1 0 0,-3-5 4 0,0 1-5 15,0-3 2-15,-1 1 1 0,-1-3 8 0,2 1-8 16,-2-2 1-16,0 0-1 0,1-7 5 16,-2 3-5-16,-1-7 8 0,-1-4-6 0,-1 2-1 15,-1 0-1-15,0 1-1 0,1-1 7 16,-1 4-8-16,0-1 3 0,3 2-3 0,-1 3 0 15,1 2-3-15,2 0 1 0,-2 3 1 16,2 0-2-16,0 0-1 0,1 10 0 16,2 3 9-16,2 5-6 0,0 0-2 0,3 4 3 15,0 7-6-15,4 1 8 0,1 1 3 0,3-1-6 16,1 0 12-16,2-3-16 0,2-2 5 16,0-5 2-16,1-3 0 0,-2-5 19 0,2-6-22 15,-9-6 8-15,20-10 8 0,-13-4 7 16,-4-6 14-16,-1-5-19 0,-2-5 10 0,-2 0 3 15,-3-4 4-15,-4-1 14 0,-3 0-23 0,-1 15 4 16,-18-40-9-16,3 20 5 0,-3 1-1 16,-2 2-1-16,-1 1-13 0,0 6 6 15,1 3 1-15,3 5 16 0,1 3-14 0,1 4-19 16,-1 3 6-16,3 5-2 0,5 7 0 16,8 0 4-16,-8 10-4 0,8 4-4 0,0-4 2 15,0 5 17-15,15 22-26 0,-3-11 9 16,2 1 1-16,1 0 3 0,3-1-5 0,4 0-1 15,-2-3 5-15,2-2 6 0,-2-3-35 0,1-3-10 16,0-3-13-16,-3-4-8 0,3-2-20 16,-2-4-23-16,-3-2-55 0,-10 0 15 0,11-9-294 15,-9 3 34-15,-3 0 24 0,-5 0 28 16,-3 2 23-16,-5-3 26 0,-4-2 19 0,-1 1 23 16,-6 2 6-16</inkml:trace>
  <inkml:trace contextRef="#ctx0" brushRef="#br1" timeOffset="67589.12">5702 10779 534 0,'-2'1'321'16,"1"-1"-62"-16,1-3-28 0,2 0-22 0,5-5-22 15,2-2-15-15,2-4-20 0,3 1-24 0,-1-1-5 16,5-5-20-16,-2 2-43 0,2-1-47 16,-1-1-62-16,3 1 4 0,-5 1-249 0,1 1-43 15,-1 1 10-15,-2 1 46 0,0 1 6 0,0 0 26 16,0-1-7-16</inkml:trace>
  <inkml:trace contextRef="#ctx0" brushRef="#br1" timeOffset="67787.78">6037 10310 394 0,'0'0'345'16,"0"0"-63"-16,1-1-25 0,1 4-22 15,3 6-27-15,-1 4-11 0,2 0-33 16,0 1-9-16,0 3-28 0,1 1-10 0,0 1-16 15,1-1-18-15,-1 1-48 0,0 0-92 16,-1 0-55-16,2-2 11 0,-2-4-237 0,-1-2-11 16,-2-4 31-16,2-4 39 0,-3-3 11 15,-2 0-8-15,0 0 3 0</inkml:trace>
  <inkml:trace contextRef="#ctx0" brushRef="#br1" timeOffset="68104.33">6177 10102 336 0,'-2'-7'343'16,"1"4"-60"-16,2 4-16 0,-1 5-18 0,3 10 7 16,-3-5-28-16,8 26-15 15,-1-10 5-15,1 5-37 0,2 1-39 0,1 3-8 16,3-1-13-16,-1-2-13 0,0 1-6 0,2-6-20 16,1-2-11-16,1-3-1 0,-1-4-2 15,0-2-6-15,-1-4 7 0,2-3-24 0,-3-3 6 16,0-5-5-16,-14-2 0 0,9 0 14 0,9-9-24 15,-13-1 1-15,-3-2-13 0,-2 5-4 16,0-3-1-16,-9-16 20 0,2 12-20 16,-1 0 3-16,-3 0-2 0,1 2-3 0,-1 3 8 15,-2 2-44-15,-2 6-44 0,9 1-24 16,-4 0-32-16,-18 9-44 0,13 1 14 0,-2 1-173 16,3 0-90-16,-1 5 27 0,-1-2 22 15,-2 3 18-15,0 1 48 0,-5 3 17 16,-1 2 13-16,-1-1 22 0,-2 2-14 0</inkml:trace>
  <inkml:trace contextRef="#ctx0" brushRef="#br1" timeOffset="68405.71">5060 11575 425 0,'0'0'294'0,"19"0"-18"0,0-8-31 16,3-2-8-16,4-6-9 0,10-3-11 16,4-3-14-16,3-6-6 0,6-3-3 0,9-5 6 15,14-9-22-15,53-32 2 0,-26 15-12 16,23-13-11-16,-24 12-17 0,-12 11 1 0,36-21-22 16,-25 14-12-16,-17 11-6 0,-11 8-12 0,-1 0-15 15,3 0-7-15,-5 2-90 0,-4 3-14 16,-5 3-22-16,-5 3-37 0,-6 2-12 15,-6 4-22-15,-7 2-28 0,-4 3-21 0,-5 5 17 16,-8-1-222-16,-3 3-3 0,-2 3 22 16,-2-2 25-16,-6 3 21 0,-2 2 24 0,-1 1 39 15,0 4 2-15</inkml:trace>
  <inkml:trace contextRef="#ctx0" brushRef="#br1" timeOffset="70186.49">4677 10238 220 0,'0'0'238'0,"4"6"-35"0,2 3-38 15,-3 3-5-15,2-4-25 0,-2 2-15 16,1 0-20-16,-1-2-10 0,1 1 2 16,2-1-3-16,-6-2-2 0,1-2 6 0,1 0 6 15,-2-1-10-15,0-3 1 0,0 0-8 16,0 0-4-16,0 0 5 0,-7 8-10 0,4-11-9 15,-1 3 2-15,-6-7 1 0,0-2-9 0,0-1-8 16,-4-4 3-16,3-2-10 0,1 2-3 16,0-3-4-16,-1-1-7 0,4-1-6 15,0 1 6-15,0-1 1 0,1 0 1 0,2 3 5 16,1-2-12-16,3 11 1 0,0-3-2 16,0-1 6-16,14-4-3 0,-8 12-9 15,1 3 1-15,4 5 0 0,2 6 13 0,-1 1-9 0,4 6 2 16,1 3-12-16,0 6 2 0,1 3 6 15,2-1-9-15,-5 0 4 0,1-1-13 16,-2-1 2-16,-1-1 8 0,-2-1-8 0,-3-2 1 16,1-2-1-16,-4-1 14 0,1 0-12 15,-5-2-3-15,1-4 16 0,-2-8-16 0,0 0 6 16,0-1 1-16,0-5 6 0,-10 10-13 0,4-11 5 16,2-1-3-16,-7-5 3 0,-2-1-8 15,-1-5 6-15,1-1-2 0,2 1 2 16,0-1 1-16,1 0-7 0,0 3 3 0,3-1-2 15,0 3 12-15,3 4-18 0,1-1 7 0,3 6 1 16,0 0-9-16,0 0 11 0,10-5 5 16,-6 7-7-16,9 4-12 0,-2 2 4 0,3 0 1 15,2 1 6-15,-1-1 7 0,-1 0-16 16,3 0 10-16,-1 0-8 0,0-1 3 16,0-3 0-16,-1 0 9 0,1-2-10 0,-5-2 0 15,-11 0 4-15,10 0 1 0,13-10 2 0,-13 4-4 16,-2-5 14-16,-2-1-18 0,-1-3 5 15,-2 1-3-15,0-2 0 0,0 0 11 0,-3 0-11 16,0 8 2-16,0-6 0 0,0 1 1 0,-10-17 5 16,7 16-3-16,0 1 11 0,-1 1-16 15,3 5 9-15,-1-1 0 0,1 4-5 16,1 4-11-16,0 0 7 0,1-1 1 0,2 4-1 16,4 5 14-16,-1 3-14 0,1 1-1 15,3 0 13-15,-2 2-17 0,2 0 4 0,-2-2 1 16,1-1-1-16,2-1 12 0,-1-2-15 0,0 0 2 15,-3-5 6-15,0-1 1 0,-7-2-1 16,7 0 5-16,10-8-5 0,-9-2-1 16,-1 1 1-16,-1-3 0 0,1-2 15 0,-3-2-17 15,-1-2 0-15,0-1-5 0,-3 0 5 16,0 1 1-16,1 3 1 0,-1 0 12 0,0 5-22 16,3 4 5-16,-3 0-1 0,3 2 2 0,0 3 4 15,-3 1-3-15,0 0 20 0,18 13-9 16,-7-2-6-16,1 3 20 0,-1-2-15 0,0 0 16 15,-1 1-17-15,0-2 5 0,1-1-3 16,-2-1 1-16,-1-1 5 0,-1-3-10 0,-1 0-34 16,-2-4-68-16,0 1-68 0,-1-2 15 15,-3 0-276-15,0 0 23 0,0 0 14 0,11-8 53 16,-6-1 22-16,-1-3 31 0,2-2 16 0,2-2 22 16,3-3 10-16,2-2-2 0</inkml:trace>
  <inkml:trace contextRef="#ctx0" brushRef="#br1" timeOffset="71001.87">6703 10388 234 0,'0'0'421'16,"0"0"-74"-16,0-6-50 0,0 6-42 16,0 0-13-16,0-6-45 0,0 6 5 0,2-4-34 15,-1 7-8-15,1-1-17 0,5 8-12 16,-4-3 11-16,-1 0-44 0,3 4-3 0,-1-5 1 16,-1 1-10-16,-1-2-22 0,-2-1 10 15,3 1-10-15,-3-2-17 0,2-1-1 16,-1 1-7-16,0-1-3 0,-1-1-7 0,1 1 2 0,0-1 0 15,0 0-1-15,-1-1-17 0,0 1 6 16,0-1-2-16,0 0 1 0,0 0-9 16,0 0 3-16,0-2 0 0,2 2-2 0,-2-1 19 15,0 0-33-15,-2 0 10 0,2 1 0 0,0-1-2 16,0 1 7-16,0-2-24 0,0 2-3 16,0 0-9-16,0 0-13 0,0 0-6 0,0 0-23 15,0 0-23-15,0 0-35 0,-2-8-48 0,1 6 18 16,1 1-264-16,-1-1 27 15,0 2 24-15,1-1 44 0,-2 1 18 0,1 0 24 16,-1 1 9-16,2-1 39 0,-2 0-7 0</inkml:trace>
  <inkml:trace contextRef="#ctx0" brushRef="#br1" timeOffset="71251.86">6708 10402 331 0,'-3'-3'345'0,"1"2"-59"0,1-1-37 0,0-1-13 15,1 3-30-15,-3-2-32 0,2 0-16 16,0 1-6-16,0 1-6 0,2 0-24 16,-1 3-9-16,0 0 1 0,5 8-30 0,-3 4-7 15,1 4-10-15,0 0-22 0,-2 4-79 16,1 0-67-16,1 0 10 0,-3-11-277 0,0 7 12 15,0 3 32-15,0 0 14 0,-10 27 25 0,6-26 34 16,-3-1 7-16,0-1-7 0</inkml:trace>
  <inkml:trace contextRef="#ctx0" brushRef="#br1" timeOffset="74265.21">8863 11194 212 0,'66'-35'185'0,"-3"4"-55"16,-4 3-14-16,-6 2-13 0,-3 4-103 0,-5 3-186 16,-4 2-43-16</inkml:trace>
  <inkml:trace contextRef="#ctx0" brushRef="#br1" timeOffset="82108.7">5750 11404 334 0,'0'0'258'16,"0"0"-54"-16,0 0-33 0,0 9-19 0,12 14-9 0,-5-7-18 15,2 1-12-15,-1 1-18 0,3 1-11 16,-4 2 8-16,5 3-12 0,-1-2-13 16,-1 1-8-16,1-1-15 0,0-1 7 0,-4-2 0 15,2-3-11-15,-1 1-20 0,-3-1 19 0,0-5 26 16,-1-2 14-16,-2-4 4 0,-2-2-15 15,0-3-3-15,-2-2-13 0,-1-3 2 16,-4-4-11-16,-2-3-5 0,1-2-2 0,-3-2-8 16,0-1-1-16,0-2-3 0,-2-4 0 15,-2-4-8-15,0 0-3 0,0-2 4 0,0 0 0 16,2-1-4-16,0 0-3 0,3 0 4 0,2 2-5 16,1 1 0-16,2 2-3 0,1 1 3 15,4 1-7-15,0 12 3 0,9-16-5 16,-3 13 2-16,3 5 0 0,-2 5-3 0,2 4 3 15,-3 0-1-15,12 12-6 0,-5 0 6 0,-1 2 7 16,-1 2-12-16,-1 3 4 0,-1-1 2 16,-1 2-2-16,0 1 7 0,-1-1-5 15,-2 2-3-15,-1-3 0 0,0 2 6 0,0-2-6 16,-1-3 1-16,-1-3 2 0,0-4-5 0,-1-3 4 16,0-2 2-16,0-3-6 0,0 0 3 15,-1-1 2-15,0 0-3 0,0 0-5 0,9-8 2 16,0 1 2-16,2 0-2 0,0 2-7 15,-2 3 11-15,4 0-6 0,-1 2-1 0,-6 0-1 16,4 0 8-16,14 7-4 0,-13 1 5 16,2-1-5-16,-3 6 3 0,-1-2 0 0,-2 4 3 15,-1-1-2-15,1 1-1 0,-6 1 1 16,-1 1 1-16,0 0-1 0,0-8-4 0,0 5 4 16,-12 16 2-16,3-16-4 0,-1 1 1 15,-4-2 2-15,1-2-8 0,-1-2 1 0,0-2-6 16,-1-3-9-16,-1-2 1 0,8-2 6 15,-4 0-9-15,-13-10-8 0,11 2 8 16,4 1-5-16,1-2-3 0,2 2 6 0,1-1 17 16,4 3-8-16,2-1 1 0,0 6 2 15,0 0 4-15,10-7 0 0,-4 6-2 0,8 1 7 16,-7 0-11-16,6 0 10 0,2 0-2 0,17 8 1 16,-14-7 5-16,-2 0-1 0,3-1-1 15,-11 0-4-15,3 0 14 0,2 0-8 0,16-14 7 16,-15 8 2-16,-3-4-9 0,3-2 11 15,-4 1 10-15,0-2 0 0,-3-4-3 16,2 2 7-16,-3-3-3 0,0 1 2 0,-2-1 1 0,-3-1 2 16,1 0-3-16,-2 9 2 15,0-4-5-15,0-2-6 0,0 1 0 0,-11-14 8 0,9 17-8 16,-1 4 5-16,0 2-2 0,2 1-1 16,0 1-6-16,-1 2 4 0,3 2 2 0,-2 2-10 15,2 2 2-15,1 0 4 0,2 8-8 16,-1 1 10-16,6 3-11 0,-1 0-3 15,0 1 4-15,1 1 2 0,2-1-3 0,0 1 8 16,1-2-9-16,-1 0 0 0,1-2-2 16,0 0 0-16,-1-2 2 0,1-3 4 0,0-2-3 15,-1-3 1-15,-3-4 2 0,-8 0-1 16,17-9 3-16,-9 1 2 0,-1-2 0 0,0-3-4 16,-2-1 1-16,-2-1-3 0,2-2 14 15,-3 0-16-15,0 0 1 0,-2-2 9 0,0 10-9 16,0-5-3-16,-8-19 1 0,3 17 3 15,2 3-5-15,-1-1 3 0,0 3-2 0,1 2 1 16,0 3-2-16,2 1 3 0,-1 3-4 16,2 0 1-16,0 2 4 0,0 2-1 0,2 1-5 15,-1 1 1-15,5 5-1 0,1 4 2 0,0-1 0 16,1 3-3-16,2 0 2 0,0 2 1 16,1-1 1-16,1 0 4 0,1-2-1 0,0 1-6 15,0-3 1-15,1 0 3 0,2-2 8 16,-1-1-8-16,-1-5-3 0,2-3 5 0,-9-1-2 15,13-15 3-15,-8 2-2 0,-2-3-1 16,1-2 9-16,-3-1-6 0,-4 0-2 0,0-2 1 16,-2-2 4-16,-2-1 0 0,0 10 2 15,0-7 5-15,-10-32-11 0,1 25 3 0,-1-1-1 16,-1 0 2-16,0-1-4 0,-3 3 2 16,1 2 1-16,0 1-2 0,1 0 7 0,-4 4-8 15,3 1 0-15,3 1 1 0,-2 4 13 16,3 0-18-16,1 3 1 0,2 5 2 0,4 5 12 15,2 1-18-15,0 0 8 0,3 16-5 0,3 0 0 16,3 5 1-16,1 5 0 0,3 5 7 16,2 3-12-16,0-1 2 0,3 3 4 0,0 1 10 15,1 2-12-15,0-2-2 0,0-1-4 16,0-5-2-16,-2-1-20 0,-1-4-23 16,0-3-7-16,-1-4-12 0,0-4-18 0,-1-2-54 15,-2-5 12-15,-6-6-234 0,-6-2-23 0,0 0 47 16,11-9 6-16,-12-3 46 0,-2-3 9 15,-3 1 8-15,-5-1 29 0</inkml:trace>
  <inkml:trace contextRef="#ctx0" brushRef="#br1" timeOffset="82275.52">6403 11360 493 0,'6'-1'306'0,"9"-5"-41"0,3-2-29 16,0-1-20-16,2-4-14 0,3-3-6 0,0 0-34 15,4-2-18-15,-3 0-18 0,0 0 2 0,0 0-67 16,-5 1-69-16,2 4-2 0,-6 3-303 16,0 1-33-16,-7 7 9 0,-5 2 32 0,-3 0 18 15,0 7 16-15,0-3 32 0</inkml:trace>
  <inkml:trace contextRef="#ctx0" brushRef="#br1" timeOffset="152652.5">10873 5234 397 0,'0'0'335'0,"0"0"-50"16,0 0-6-16,0 0-27 0,9-6-17 0,8 6-12 15,-7 0 6-15,8 0-31 0,1 0 3 16,27 12-23-16,-18-5 14 0,3 1-14 0,-4 0-20 16,6 4-7-16,-2 0-7 0,2 4-18 0,0 1-11 15,2 4-11-15,-3 0-13 0,0 0-7 16,-1 1-8-16,-1-1-8 16,-6 1-7-16,0 1-3 0,-1 0-4 0,-4-3 2 0,-1 0-23 15,-2-2-1-15,-1 0-2 0,-3-1-97 16,-1-4-49-16,-1 2-30 0,-3-3-45 0,0-1 18 15,-6-5-235-15,-1-6 11 0,0 0 45 0,-6 5 23 16,0-6 28-16,-7-6 28 16,-1-3 13-16,0-1 17 0,0 0 37 0,3-2 4 15,-2-2 11-15</inkml:trace>
  <inkml:trace contextRef="#ctx0" brushRef="#br1" timeOffset="152934.48">11360 5315 262 0,'-6'-19'348'0,"0"5"-41"0,2 2 41 15,-1 1-48-15,2 4-16 0,0 2-26 16,1 3-35-16,1 1-24 0,1 1 21 0,0 0-13 16,-7 22 10-16,5 1-12 0,-3 0-7 15,-2 11 4-15,0 4-18 0,-3 6-8 0,-1 0-20 16,-1 4 4-16,-3 1-3 0,1-4-10 16,0 3-6-16,-2-2-3 0,1-1-13 0,1-2-9 15,0-2-8-15,-1-2-8 0,3-4-12 16,4-6-5-16,-1-3-15 0,0-3-6 0,1-4-9 15,2 0-10-15,1-3-23 0,0-3-40 0,0-2-51 16,4-7 6-16,0-1-228 0,1-3 28 16,1-1-266-16,-1-1 39 0,-2-1 57 0,0 2 32 15,-1-2 35-15,-1 1 23 0,1 1 39 16,-1 1 31-16,0 0 15 0,2 0 6 0,0 1 5 16,1 1 31-16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55:02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14:55:30.88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2064 5923 386 0,'-13'-12'206'15,"1"1"-39"-15,0-1-12 0,-3 0 13 16,1 1-20-16,0 1-17 0,0-2-9 0,-3 3 0 16,1-1-19-16,-1-2-10 0,-1 4-9 0,0-1-8 15,-1 4 2-15,1 1-12 0,-3 3-8 16,10 1-8-16,-20 8 4 0,11-1-10 0,2 5-6 15,-2 2-5-15,0 6-3 0,0 3 1 0,1 6 2 16,2 3-16-16,0 5-1 0,3 7 4 16,1 2 1-16,5 4-4 0,0 4-8 15,6-1 4-15,2-24-1 0,0 14-2 0,10 62 1 16,0-41-8-16,3 3 9 0,3-2-13 0,7 7 16 16,1-1-3-16,5 0-4 0,2-2-2 15,2-1 1-15,2-1 3 0,-1-2-4 0,1-2-13 16,-1-1 7-16,-1-3 2 0,0-1 7 15,-2-1-5-15,-1-1 1 0,-5-2 2 16,-1 0-5-16,-4-4 2 0,-4 1-2 0,-3 0-10 16,-2 0 19-16,-5-3-20 0,-3 0 9 15,-2-3 3-15,-1-21-2 0,-14 46 6 16,3-27-5-16,-2-2 2 0,-2-5 12 0,-2-5 4 16,-1-4 4-16,-4-6-3 0,0-5-3 0,-1-6-10 15,1-4 11-15,10-6-2 0,-21-16-2 16,13 0-4-16,2 0-2 0,2-6 0 0,3-4 0 15,3 1 1-15,3-2-2 0,3 2-2 0,1 2 4 16,3 10-2-16,0-3-3 0,12-16 0 16,-4 22 6-16,2 6-3 0,-4 4-1 0,11 18-7 15,-5 1 13-15,0 6-4 0,0 9 0 16,1 7-10-16,0 2 12 0,-1 16-4 0,1 3-2 16,-2 2-1-16,1 3-9 0,-4-1 9 15,2-1 4-15,0-1-2 0,-2-3 4 0,3 0-1 16,-2-6-3-16,1-1-1 0,2-7 0 15,1-3 2-15,3-7-4 0,-2-4-8 16,5-5 13-16,0-7-4 0,2-5 0 0,0-6-1 0,2-8 1 16,-11-2-8-16,25-8 8 0,-13-5-35 15,1-4-43-15,-2-1-56 0,-3-1 10 16,-5 0-271-16,1-1 38 0,-5 1 24 0,-3 0 24 16,-5-2 16-16,-3 12 50 0,0-5 0 0,-11-17 29 15</inkml:trace>
  <inkml:trace contextRef="#ctx0" brushRef="#br0" timeOffset="535.28">64 8154 348 0,'-5'-6'158'0,"2"1"-33"0,0 3-6 16,3 1 6-16,4 4 11 0,2 5 2 15,4 6-15-15,1 2-10 0,2 3-17 0,5 8-10 16,3 4-14-16,0-1 7 0,2 2-13 15,-3-2-6-15,-1 0-9 0,0-2-9 0,-4-5 8 16,2-3-11-16,-4-2 9 0,-2-1 19 16,-1-2 37-16,-3-3-6 0,-3-2-16 15,-4-10-5-15,0 0-12 0,-6 4-4 0,-5-11-15 16,0-3 4-16,-2-4-1 0,-4-2-11 16,1-3-2-16,-6-7-5 0,0-3-3 15,-2-3-3-15,0-3-10 0,-1-2 8 0,1-2 0 16,1-2-6-16,0 2-2 0,5 2 2 0,1 4-3 15,2 1-2-15</inkml:trace>
  <inkml:trace contextRef="#ctx0" brushRef="#br0" timeOffset="2698.13">33 8028 3125 0,'23'30'-1'16,"-1"-1"-2"-16,2-2 0 0,-4-4-7 0,1-1 9 16,-1-5 4-16,-2 1-3 0,-1-5-1 15,-3-4 0-15,3 0 4 0,-4-5-2 0,-6-4 1 16,11-8-8-16,-8-3 11 0,-3-3 0 15,0-5-5-15,-1-2-5 0,-5-3 7 0,-1 0 1 16,-1-1-2-16,1 13 1 0,-10-27 4 16,4 13-5-16,1 5 0 0,-1 0-1 0,0 2 1 15,2 3-2-15,1 2-10 0,-1 7 11 0,4 3 1 16,0 5 0-16,0 4-3 0,9 12-1 16,-2 3 0-16,4 2-6 0,3 5 9 15,0 1 2-15,3 2-5 0,3-1 3 0,-1-1 1 16,1 0-3-16,1-3 2 0,0-3-1 0,2-1 2 15,1-5-1-15,-4-2 0 0,0-3 0 16,0-4 2-16,3-3 1 0,-15-4-1 0,6 0-10 16,14-15 2-16,-15 4 4 0,0-4-1 15,-7-3 7-15,-2-2-7 0,-2-4 7 0,-2 11 5 16,0-3-6-16,-9-24 0 0,2 17 4 16,-4 1-8-16,2 2 5 0,-1 3-1 0,0 0-9 15,-1 4 6-15,1 1 3 16,3 2-1-16,3 5-4 0,0 5 5 0,4 0-4 0,-2 7 1 15,2-1-6-15,6 11 4 0,1 1-5 0,1-1 5 16,5 2 1-16,0-1-1 0,0 2-2 16,2-3 4-16,1-2 2 0,-4-1 1 15,1-1-4-15,2-3-7 0,-2-3 12 0,-1 0-2 16,-3-5-2-16,-9-2 0 16,7 0-4-16,8-12 6 0,-8 1 3 0,-2-3-3 15,-1-3 4-15,-3-3-4 0,0 0-1 0,-1 9-1 16,0-6 0-16,0-2-7 0,-11-23 8 15,5 20-1-15,-2 0 6 0,0-1-9 0,1 2 5 0,-3 0-1 16,2-1 1-16,-1 2-9 0,0 1 9 16,-1 2 1-16,0 1-3 0,-1 0 1 15,0 2-2-15,0-1 2 0,0 1 0 0,1 4 4 16,3 1-4-16,-3 1-1 0,3 0 0 0,2 4-3 16,1-1 5-16,1 3-6 0,0 1 4 15,1 1-10-15,3 0 9 0,0 3 1 16,0 2-8-16,7 11-1 0,1 0 13 0,5 5-7 15,0 2 0-15,3 4 3 0,3 1 0 0,2 4 6 16,1 0-5-16,-2-1 0 0,0 1 0 16,-2-3-4-16,0-4 1 0,-2 0-6 0,0-3 7 15,-3-2 4-15,-2-5-3 0,-1 1 0 16,0-2 2-16,-2-1 0 0,-1-5-6 16,-4-2 0-16,-3-3 6 0,-1-3-4 0,-1-3 0 15,-2-1 1-15,-4-6 5 0,-4-3 1 0,-1-2-3 16,-6-3 1-16,0-2-21 0,-4 0 8 15,-1 0 5-15,2 0-6 0,-2 2 6 0,0 2-2 16,4 2 2-16,0 0-5 0,3 4 5 0,2 0-13 16,0 1 12-16,3 4-3 0,5 2-1 15,3 3 3-15,3 0-2 0,3 6 7 0,4-1-4 16,4 5-1-16,1-1-6 0,0-2 9 0,2-1 6 16,3-2-4-16,1-3-2 15,-10-1 1-15,4 0-5 0,19-9 8 0,-15 2-2 16,-2-3-7-16,-1-1 16 0,-2-3-4 0,0-2-2 15,-3-2 0-15,-2-3 0 0,-2 2 1 16,0-3 4-16,-2-2-14 0,-2 0 10 16,0 12 2-16,0-5-2 0,-9-23 2 0,6 19 3 15,-1 0-4-15,0 3-10 0,-1 1 7 0,2 3 7 16,1 5-7-16,2 4-10 0,0 5 13 16,2-3-11-16,1 7 10 0,4 5-1 0,1 7 5 15,0 0-12-15,2 4 6 0,3 4 2 16,1 3-1-16,-1 0 2 0,1 1-10 0,0-1 11 15,0 0-9-15,0-3 7 0,0 0-4 0,-1-4 5 16,0-3 0-16,-1-3 1 0,1-4 0 16,0-6-7-16,-5-4 8 0,-8 0 6 15,21-14-7-15,-11-2-2 0,-3-4 5 0,-3-1-2 16,0-3-7-16,-1-1 5 0,-3-2-3 0,0-3 4 16,0 16 3-16,0-5-3 0,-9-24-1 15,7 20-6-15,-1 4 7 0,2 3 2 0,-1 1-4 16,1 6 4-16,1 3-14 0,0 1 10 0,0 5 0 15,1 2-3-15,1 4 3 0,1 6-3 16,2 5 3-16,2 0-9 0,2 2 10 16,-1-4-10-16,0 5 8 0,1-1 6 0,0-1-2 15,1 0-5-15,1-2-1 0,0-2 2 16,0 0 1-16,0-2 2 0,-2-5-6 16,-2-2 2-16,0-3 4 0,-7-2-3 0,5 0 3 15,6-19-4-15,-6 1 6 0,-2-1-3 0,-1-3-1 16,-1-2 3-16,-1 13-8 0,0-6 5 15,-13-24 0-15,4 17 0 0,0 0 1 0,-3 4-9 16,0-2 7-16,-1 6 2 0,2 1 0 16,-2 1 1-16,1 3-2 0,3 4-1 0,1 6 1 15,8 1-1-15,0 0-4 0,-13 14-1 0,10 1 8 16,3 4-4-16,0-10 0 0,8 28 0 16,-2-11 2-16,3 2-2 0,1-1 0 0,1 2-6 15,1-5 5-15,0-1 4 0,-1-1-3 16,2-4-1-16,0-3 6 0,-1-3-3 15,4-4-7-15,-3-4 7 0,-7-4-3 0,1 0 3 16,14-18 2-16,-10 7-1 0,-2-5 1 0,-2-2-3 16,-2-1 2-16,-1-4-9 0,-4-2 12 15,0 0-1-15,0 12-3 0,0-8 0 16,-13-27-1-16,7 18-6 0,2 3 9 0,0 2-2 16,2 2 2-16,0 1-3 0,1 3 3 0,1 11-4 15,0 0-3-15,12-7-5 0,-6 13 10 0,0 4 2 16,5 2-4-16,2 2 1 0,0 2 5 15,0 2-6-15,0 1-3 0,0 1 1 0,1 1 5 16,-2 0-4-16,-1-2-2 0,-1 0 4 16,-1-1 2-16,-2-2-5 0,0-3 5 0,-3 1-11 15,0-2 14-15,-1-2-1 0,1 2-2 16,-2-4 3-16,0 0 0 0,-4-2-2 16,1-1 0-16,0 0-4 0,-1 1-3 0,-4-6 4 15,-4-3 4-15,-1 0-1 0,-2 1 3 0,2-1-4 16,-4 3-4-16,2 0 4 0,0 2 0 15,3 2 6-15,1 0-7 0,1 4 0 0,8 0-2 16,-5 0 1-16,-7 14 7 0,7-3-8 0,2 5 0 16,3-5-2-16,0 5 4 15,0 3-2-15,11 22-3 0,-6-20 8 0,1-1-7 16,1 1 4-16,1-5-2 0,1 2 0 16,0-1 4-16,0-5-6 0,-2-5 0 0,-1-4 3 15,-6-3-6-15,6 0 7 0,7-16 1 16,-7 1-2-16,-4-5-5 0,2-2-1 0,-4-4 8 15,0 13 2-15,0-7-3 0,-8-33-1 16,0 18 7-16,-3-4-7 0,-2 0-1 0,-3-1 2 16,-1-1 3-16,-3 0-9 0,-3-1 5 0,1 4 2 15,3 0-6-15,-1 3 7 0,1 5-6 16,3 4 1-16,2 4 1 0,1 2 0 0,2 3 3 16,1 8-7-16,4 6 6 0,6 3-2 15,1 14 1-15,5 4 1 0,3 2-4 0,6 12 5 16,4 6 0-16,3 1-1 0,2 2-2 15,0-1 2-15,1-2-9 0,-1-1 10 0,1-5-5 16,-1-1-1-16,0-6-4 0,0-1 10 0,-3-5 0 16,0-2 5-16,-2-2-5 15,-2-4-2-15,-1-1 7 0,-2-6 2 0,-4 0-3 0,-10-4 3 16,17-12-2-16,-10 1 2 0,-4 0-4 16,-3-8 1-16,0 8 0 0,0-5 1 15,-14-23-8-15,6 14-3 0,-2 0 8 0,1 3 1 16,-1 2 6-16,1 1 0 0,0 3-2 0,0 2-7 15,1 0 1-15,1 5 1 0,4 4-3 16,1 4-1-16,2 1 0 0,2 4 0 0,0 0-2 16,8 9 2-16,-1 1 3 0,4-1-2 15,0 1 1-15,0-1-3 0,0 1 10 0,0 0-11 16,1-2 4-16,-1 0-5 0,0-2 4 16,2 3 0-16,-1-3 7 0,-4 1-3 0,1-2 2 15,-3 2-1-15,-2 2-1 0,-2 0-2 16,-2 1-7-16,-2-9-53 0,0 7-56 0,-7 19 11 15,-1-13-296-15,-1-1 17 0,-5 2 37 0,-2-1 24 16,-2-1 11-16,-9 1 38 0,-1 1 8 16,-1-1 7-16,1 0 58 0</inkml:trace>
  <inkml:trace contextRef="#ctx0" brushRef="#br0" timeOffset="4545.52">15285 5309 214 0,'0'-13'186'0,"0"-1"-26"16,-6-13-4-16,1 11-14 0,0-2-5 0,1 4-8 16,-3-5-7-16,0 3-20 0,-1-1-7 15,-2-1-8-15,-2 2-7 0,0-2 2 16,-1 3-9-16,-4-1-1 0,0 2-15 0,-4 2-2 16,-1 4-2-16,-1 0-9 0,-2 5-6 15,11 3-5-15,-10 0-4 0,-33 12-1 16,23 0 1-16,1 4-3 0,-4 3-5 0,0 3-6 15,1 4 1-15,-1 7 3 0,0 5-8 0,3 6-2 16,1 13 4-16,4 4 0 16,5 4-2-16,2 2 2 0,4 3-1 0,5 2 0 0,7 2-1 15,5-1 3-15,1-36-3 0,13 68-2 0,-1-37 4 16,9 1-4-16,2-2-2 16,1-2 0-16,0-4 1 0,1 1-5 0,-2-4 6 15,-1-1 2-15,-1-1-3 0,-2 0 7 0,-5-2 4 16,0-1 10-16,-7 3 6 0,-3 0-3 15,-4-1 4-15,0-29-4 0,-10 54-4 0,1-26 0 16,-6-3 1-16,-4-3-3 0,-5-1 5 16,-2-5-9-16,-2-1 7 0,-4-5 4 15,-1-5-6-15,2-6 1 0,0-5 7 0,2-4-5 16,1-5 2-16,2-7-9 0,13-4 6 0,-19-8-9 16,17-3-4-16,3-5-2 0,5-5 1 15,5-1-4-15,2 9-4 0,0-5 0 16,12-17 1-16,-1 18 0 0,2 4-7 0,4 2 8 15,3 4 2-15,1 6-6 0,-11 1 4 0,21 22-2 16,-10 2 2-16,-3 5 3 0,2 6-2 16,-3 6 10-16,-2 7-3 0,1 6 0 0,-1 4-1 15,-1 7 12-15,-1 7-14 0,0 3 3 16,1 11 10-16,-3-1-5 0,2 4-2 0,-2 1-1 16,-1 0 10-16,0-4-10 0,0-1 0 15,-2-4 2-15,2-3 4 0,0-7 14 0,0-4-24 16,3-3 15-16,-2-8-16 0,1-5-4 15,1-8 5-15,0-5 3 0,0-4-10 0,1-7 2 16,-2-4-1-16,1-8 0 0,1-2 6 0,2-4-11 16,-8-9 2-16,2 0-1 0,18-16 7 15,-14 6-11-15,-3-3-9 0,-1-2-20 16,3 1-21-16,-3 0-36 0,-2-4-10 0,2 2-23 16,-3 0-34-16,-1 1 15 0,-5 1-197 15,1 3-53-15,-1 3 22 0,-1 0 25 0,0 2 39 16,0-4 27-16,-14-10 13 0,7 6 7 0,0-1 42 15,0 0-8-15</inkml:trace>
  <inkml:trace contextRef="#ctx0" brushRef="#br0" timeOffset="7577.12">13052 5153 421 0,'-7'-19'217'0,"0"-1"-23"0,0 1-5 16,2 1-22-16,2 3-18 0,-3 4-11 0,4 6-21 15,2 4-8-15,1 2-12 0,0 4-9 16,3 11-2-16,2 5-6 0,0 1-14 0,4 8-3 15,1 7-7-15,0 1-4 0,2 2 1 16,0-1-11-16,-1 1-3 0,2-3-14 0,0-3 5 16,-2-4 5-16,0-1-10 0,0-7 0 0,-1-1-3 15,-3-3 25-15,2-2-5 0,-4-5-4 16,-3-7 3-16,-3-4-10 0,0 0-3 16,0-17-1-16,-3-1-13 0,-3-5 4 0,0 1 5 15,-5-9-7-15,-1-4 1 0,-1-1-3 16,-5-5-3-16,2-2-9 0,-1 0 6 0,-1 0 3 15,2 1-5-15,1 5-1 0,2 3 3 0,1 4-4 16,0 5-3-16,4 5 0 0,1 2-3 16,4 10 4-16,3 7 0 0,0 2 1 15,3 4 0-15,4 11-1 0,3 3 3 0,2 2-1 16,2 5-8-16,3 5 4 0,2 1 3 16,0 0-7-16,0-3 11 0,-1 0-3 0,0-6-2 15,-2-1-7-15,-1-7 9 0,1 0 0 16,-2-5-2-16,-2-3 2 0,-12-7-3 0,22-9-6 15,-13-3 8-15,-3-5 1 0,0-4-3 16,-5-2 0-16,-1 11 1 0,0-9-2 0,0-8 2 16,-8-35 2-16,3 25-14 0,-4-3 10 15,0 2 0-15,2 2 0 0,2 6 0 0,-1 5 1 16,2 3-4-16,0 3 1 0,1 4-7 0,3 8 8 16,-2 6 6-16,6 6-4 0,3 11 1 15,2 3-3-15,-1 5 3 0,4 4-1 0,1 4-10 16,2 2 11-16,0 2 3 0,2-1-4 15,2-1 1-15,0-2-1 0,1 1-1 0,0-3 2 16,1-4 0-16,-3-1-8 0,2-6 10 16,-3-2-2-16,0-3 2 0,0-4-3 0,1-3 3 15,-7-5 0-15,-4 0-2 0,13-9-2 0,-10-4 2 16,-2-3 1-16,-2-3-2 0,-3-2-2 16,-1-5 5-16,-2 14-4 0,0-9 0 0,-10-29 2 15,3 18-7-15,-1 2 2 0,0 0 2 16,-2 4 3-16,3 3-3 0,1 3 0 15,0 4-6-15,1 5 5 0,1 8 1 16,4 3-1-16,0 0 1 0,0 21 3 0,6-3-2 0,0 2-1 16,3 4 1-16,1-1 0 0,0 0-7 15,3 1 9-15,1 0-2 0,0-4 0 16,1-2-1-16,-2-3-3 0,1-4 9 0,5-3-3 16,-1-3-1-16,-9-5 2 0,18-12-1 15,-12 0 0-15,-2-3-1 0,-2-4-10 0,-2-3 13 16,-2-2 1-16,-2-4-5 0,0-3-5 15,-5-4 11-15,0 17-5 0,-8-47-1 0,-2 19-3 16,-1-2 5-16,-2 3-6 0,0 3-1 0,-2 2 2 16,2 5 1-16,0 5 1 0,1 3-9 15,1 5 1-15,0 7 5 0,1 7 6 16,10 8-2-16,-6 0 2 0,-3 21-3 0,6 0-6 16,2 2 7-16,1-8 6 0,0 9-4 0,14 40-6 15,-5-23 8-15,1 1 1 0,4 1-3 16,0-2-4-16,1-3 7 0,3-4-4 15,-3-2 6-15,-1-6-5 0,0-2 0 0,-1-3 0 16,-2-3-5-16,-1-5 6 0,-1 1 4 16,-2-10-6-16,-5-4 0 0,-2 0 3 0,-1-10-7 15,-4-4 6-15,-4-5-10 0,-2 1 3 0,-2-4-4 16,-4-4-10-16,-1 1-12 0,0 0 19 16,-3 0-3-16,1 2-2 0,-1 3-4 0,4 4 5 15,-1 3 9-15,0 4-5 0,2 3 3 16,4 6 0-16,7 0-5 0,-6 12 0 0,7-5 8 15,4 6 4-15,0-6-2 0,8 13-3 16,2-6 7-16,1-4 0 0,1-2-1 0,3-2-1 16,2-4-6-16,-9-2 3 0,5 0 9 15,20-10-4-15,-18-1 2 0,3-3-14 0,-4-1 1 16,1-4 7-16,0-2 6 0,-2 0 3 16,-2-2-4-16,0-1 0 0,-3-1-3 0,-1-2 7 15,-3-4-4-15,-3-1-4 0,0 3-4 16,-1 16 5-16,0-7 5 0,0-1-1 15,0 0-1-15,0 2-9 0,0 6 5 0,0 2 11 16,0 6-8-16,3 3 0 0,2 17 2 0,-1 4-1 16,2 2 2-16,0 0 4 0,1 6-4 15,1 2 2-15,-1 4-2 0,2 1 1 0,1 1-9 16,0-2 9-16,1-1-7 0,0-3 5 16,2-2 1-16,-3-3 5 0,0-2-3 0,1-5 1 15,-1-1-9-15,0-3 11 0,1-6 2 16,-4-6-2-16,-7-1-4 0,16-10 0 0,-8-8 5 15,-3-3-7-15,-1-1-4 0,-1-6 5 16,-1 0-2-16,-1-3-1 0,-1 15 3 0,0-9-12 16,0-2 8-16,0-2-7 0,0 2 7 0,0 3 2 15,-8-22-2-15,6 29-8 0,2 11 9 16,0 0-9-16,0 6 8 0,2-6 5 16,0 10-4-16,1 8 0 0,2 3 5 0,0 4-6 15,0 2 3-15,2 1-1 0,0 3-6 16,2 0 0-16,0-1 10 0,1 0 1 0,-2-2-2 15,1 0-4-15,2-2 3 0,1-2-8 0,-1-4 7 16,5-2-1-16,-1-5 3 16,1-7-1-16,-8 0-1 0,15-16-3 0,-9 2-7 15,0-2 3-15,-2-5 8 0,1-2-2 0,-3-2-1 16,-2-2 0-16,-3-2 0 0,-4-2 0 16,-1 13-10-16,0-6 7 0,-15-34 5 0,5 24-5 15,-2 3-2-15,0 4 3 0,-2 0 1 0,0 6 0 16,1 4-2-16,-3 5 6 0,-2 4-8 15,3 6 4-15,6 2 2 0,-11 9-3 0,8 3 0 16,3 4-8-16,1 5 10 0,3 2 4 16,4 3-2-16,1 0-1 0,0-11 1 15,11 28 0-15,-5-16-9 0,5-3 9 0,-2-2-8 16,2 0 9-16,0-4 3 0,0-4-3 0,2-1 1 16,1-2-1-16,-2-4 1 0,0-3-1 15,-2-4-11-15,-10 0 12 0,17-9 2 16,-10 1-5-16,0-2-1 0,-3-2 2 0,-1-2-9 15,-3-2 8-15,0 7-2 0,0-5-8 0,0-4 8 16,-8-19 0-16,2 18 4 0,2 0-2 16,0 2-2-16,0 1-10 0,-1 0 10 0,1 3 6 15,0 0-7-15,-1 2-1 0,3 4 3 0,-1 1-1 16,1 0-9-16,0 3 11 0,0 1 4 16,2-1-5-16,-1 0-2 0,0 2 2 15,0-1 2-15,0 2-4 0,0 0 1 0,1 0-10 16,0 0 11-16,0 0-10 0,-3 9 8 15,2-7 4-15,0 3 2 0,1-1-6 0,0 0-5 16,-1 1 1-16,0 7 11 0,1 1 0 16,0-8-4-16,0 5-1 0,0 2 1 15,9 14 4-15,-4-14 0 0,-2 1-2 0,2-4-2 16,1 2-2-16,0-1 0 0,3-2 2 0,-2 2-8 16,-2-2 6-16,2-4 2 15,-2-2-8-15,2 1 2 0,-1-1 4 0,0-1-6 0,-6-1 12 16,9 0 0-16,13-12-2 0,-11 2-2 15,0-2 3-15,2-2-3 0,-1-1 0 16,-2-4 2-16,0 0-3 0,-1 1 0 0,1-5-3 16,-1 1 3-16,0 0-2 0,1-1-7 0,-1 1 3 15,1-2 2-15,0 5 6 0,0 1-3 16,1 1 0-16,-2 1 0 0,-1 2 0 0,1 3-1 16,-1 3 0-16,1 3 2 0,-2 5-3 15,-7 0 3-15,10 0 2 0,11 10-2 0,-11 0 4 16,1 0-14-16,0 3 13 0,-2-2-1 15,0 2-1-15,1-2 0 0,-3 1-7 0,0-3 8 16,-2 1 3-16,-3-4-3 0,3-1-10 16,-3-1 14-16,0 0 14 0,1-1 18 0,-2-2-1 15,-1-1 0-15,0 0-7 0,0 0-2 16,0-3 3-16,-1 0-1 0,-2-7-15 0,-4-4-1 16,-2-1 2-16,-2-2-4 0,3 0 2 0,-2 1-4 15,0 1-1-15,-4-1-4 16,1 4-5-16,3 0 2 0,-1 3 3 0,0 2 0 15,2 1-5-15,9 6 9 0,-10 0-9 16,-8 16 4-16,10 0-4 0,1 1 1 0,2 3 4 0,0 3 0 16,2 3-4-16,0 4 3 0,3-1 3 15,-1 3-6-15,1-18 1 0,0 10 0 16,11 27 3-16,-5-25-4 0,-2-3 1 0,0-4-4 16,3-1 9-16,0-5-8 0,2-5 4 0,-2-3-4 15,-7-5-2-15,14-13 3 0,-6-1-6 16,1-5 11-16,-2 1-11 0,-2-4 4 0,0-4-1 15,-1-1-1-15,-1-3 1 0,-1-2 2 16,0-3-4-16,-2 15 7 0,0-13-7 0,-13-44 9 16,8 30-10-16,-5 0-1 0,1 1 0 15,1 0-2-15,-2 1 8 0,0 5-5 0,2 5 1 16,1 3 1-16,1 7-8 0,0 4 7 16,3 5-7-16,1 8 8 0,2 8-2 15,2 4 3-15,1 10-1 0,4 5 1 0,2 4 4 0,1 7-2 16,2 3 2-16,1 1 8 0,2 4-9 15,1-3 3-15,-1 2 3 0,2-4-6 16,-3-4 3-16,1-2-3 0,-1-3-1 16,-2-2-4-16,2-4 4 0,-2-2 5 0,0 1-2 15,-3-8 2-15,2-3-2 0,-1-3-2 0,-10-3 2 16,4 0-2-16,8-7 1 0,-7-4 0 16,1-1 3-16,-2-3-4 0,-3-4-2 15,-1 9 0-15,0-7 8 0,-8-18-7 0,2 14 2 16,1 2 0-16,2 2 3 0,-1 3-8 0,2 5 3 15,1 1-2-15,-1 5-2 0,2 0-1 0,0 3 4 16,2 3-1-16,5 7 2 0,0 1-5 16,1 3 2-16,2 0 4 0,-1 2-1 0,2-2-4 15,-1 1 0-15,3-1 8 0,-4-1-2 16,4 1 5-16,-2-2-1 0,-1 0-7 16,0-1 8-16,-1-1-7 0,-2-1-2 0,-5-2 6 15,1 0 5-15,-1 0-7 0,-2-7 0 0,0 5-4 16,0 5-34-16,-20 9-65 0,9-8-68 15,-5 0 16-15,1-2-252 0,-4-2 44 16,2-3 24-16,-5-4 23 0,9 0 17 0,-5 0 49 16,-22-10 10-16,18 5 27 0,-2 2-8 15</inkml:trace>
  <inkml:trace contextRef="#ctx0" brushRef="#br0" timeOffset="17085.02">2488 6776 269 0,'2'2'338'15,"1"-1"-66"-15,-2-1-29 0,0 1-20 0,1 2-12 0,-1-1-13 16,2-2-14-16,-2 2-11 0,1 0-23 15,-1-1 6-15,2-1-10 0,-3 2 14 16,1-1 6-16,2-1-16 0,-3 3 27 0,2-3 13 16,-1 0-7-16,-1 0-11 0,0 0-25 15,0 0-11-15,0-20-16 0,-3 4-12 0,3 7-8 16,-7-21-16-16,3 11-6 0,-3-3-11 16,0-3-8-16,-2-2 4 0,-2-3-8 0,-4-6-16 15,-2 2 2-15,0-1-5 0,1 3-9 16,4 3 2-16,0 4 0 0,1 4-6 0,3 2-6 15,-1 1-4-15,2 4 2 0,2 4-12 16,5 10 6-16,4-3 0 0,1 6-2 0,5 6-2 16,3 4 0-16,-2 1 6 0,5 5-4 15,-1 2-3-15,1 3 3 0,1-1 3 0,-2 3-3 16,2-1-6-16,-3-4 1 0,0 0 4 16,-4-5-3-16,3 0 0 0,-3 1 0 0,0-4 1 15,-2-3 0-15,-2-1 1 0,-2-3 0 0,-3-4-3 16,-1-2-9-16,0 0-6 0,-17 10-2 15,3-6 4-15,-3-1-3 0,-2 3 0 0,-1 0 2 16,-3 1-3-16,2 0 2 0,-3 0 5 16,3-2-2-16,0 2 5 0,1-1 2 0,2 0-4 15,2 1 3-15,2-3-5 0,6-2 4 16,8-2 0-16,0 0-11 0,-6-13 8 0,12 0-2 16,2-5 0-16,9-7-5 0,2-4 7 15,3 1 4-15,2-3-4 0,0 1 9 16,0-1-7-16,3 0 9 0,-2 4 4 0,-4 1 7 0,0 3 7 15,-4 2 8-15,-3 5 0 16,-1-1-1-16,-2 4 7 0,-1 5-2 0,-4 4-4 16,-6 4 0-16,-3 5-5 0,-4 7-7 0,-3 5-2 15,-4 0 7-15,1 5-4 0,-5 7-4 16,1 2 2-16,-3 2-2 0,2 3-1 0,0-2-5 16,-2 3 3-16,3-1 0 0,0-2-8 0,3-4 2 15,0-1 6-15,4-7-12 0,0-1-38 16,3-4 5-16,-1 0-141 0,1-8-76 15,2-4 23-15,4-3-271 0,1-2 47 0,-7-10 36 16,0 1 41-16,3-3 8 0,1-4 55 0,0 2 31 16,3 4 21-16,0-2 18 0,16-15 0 15,-5 14 28-15</inkml:trace>
  <inkml:trace contextRef="#ctx0" brushRef="#br0" timeOffset="18702.57">14911 7320 234 0,'5'0'231'0,"-5"0"-21"15,0 0-21-15,7 0-12 0,-5 1 4 16,0-1-20-16,2 2 1 0,-2-1-4 15,-1 0-8-15,0 1-7 0,2-1-6 0,-1 0 7 0,-1-1-1 16,0 2 4-16,2-1-3 0,-3-1-22 16,0 0-1-16,0-3-28 0,-3 1-4 15,2-2-5-15,0-7-13 0,-6-4-11 0,2-2-1 16,1-2-4-16,-3-2-9 0,1 3-5 0,-2-9 11 16,2 0-5-16,1 0-23 0,-1-2 1 15,2 0-1-15,1 2 9 0,3 2-17 0,0 1-2 16,0 11 1-16,0-3 6 0,10-15-13 15,-2 23-2-15,4 4 13 0,-5 4-15 16,11 10 0-16,-4 3 3 0,2 2-1 0,-1 6-5 16,1 2 8-16,2 3 12 0,2 1-16 0,-4-1 6 15,1 2-10-15,3-4 2 16,-4-1 7-16,-1-2 0 0,-2-4-15 0,0-2 6 16,-4-1 6-16,3-1 6 0,-4-3 39 0,-1-3-38 15,-3-4 10-15,-4-3-3 0,-2-3 9 16,-1 0-17-16,-9-3 1 0,-2-2 1 15,-1 0 1-15,-2 0-14 0,-1-1 6 0,-5-1-3 0,1 2 3 16,-2-1 15-16,-3 0-22 16,0 1 1-16,4 3-2 0,0-1 1 0,1 1 0 15,4 1 18-15,3-1-32 0,0 2 11 0,6-2 1 16,3 2 7-16,6-2-10 0,0 5 4 16,13-15 14-16,-1 3-16 0,1-1 17 0,4 0-30 15,3-3 9-15,-1 0 8 0,5 0 0 0,0-2-10 16,-1 1 6-16,2 0 6 0,-4 2-4 15,-2 1-12-15,-2 3 19 0,-3 3-6 16,-6 3 0-16,-4 3-5 0,-4 2 5 0,-2 13 1 16,-7 2-1-16,-4-1 8 0,-2 4-9 0,-5 7 1 15,-2 0 23-15,0 3-8 0,0 0-27 16,-1 0 9-16,4-4 0 0,-1-1-11 16,4 0 13-16,2-4-3 0,3 0 1 0,1-5-8 15,5 1 7-15,-1-3-23 0,4-5-52 16,2-3-47-16,-1-1-53 0,1-3 18 0,0 0-250 15,-1 1 9-15,-2-1 32 0,0-1 31 0,-11-1 31 16,4 2 25-16,-5 0 0 0,-5 0 46 16,-21 10 0-16,14 0 42 0,-2 0 4 15,-7 6 5-15</inkml:trace>
  <inkml:trace contextRef="#ctx0" brushRef="#br0" timeOffset="19594.8">6733 10515 212 0,'-1'-3'355'0,"-6"-6"-64"16,2 2-40-16,1 1-26 0,1 3-31 0,2-1-15 16,-1 1-24-16,0 0-18 0,2 3-9 0,0 0-18 15,2 3-13-15,0-2-8 0,4 8-7 16,1 2-11-16,-4 3-6 0,3-2-5 0,-3 4-8 15,1-4 5-15,-4 4-10 0,0 0 2 16,0-9-7-16,0 4-1 0,0 0-6 0,-9 13-3 16,3-16-6-16,0-2 1 0,-1-2 0 15,2-3 1-15,-2-1 8 0,0 0-12 16,-15-11 7-16,8 1-1 0,2-4-13 0,-1-1-3 16,0-2 10-16,1-2-17 0,-2-3 10 15,2-3-8-15,4 0-2 0,-1 1 10 0,4 0-16 16,3 3 5-16,2 9-4 0,0-2 0 15,8-16 8-15,0 21-11 0,3 6 2 0,1 5-2 16,2 4 5-16,2 6-3 0,-2 3 0 0,2 12-2 16,-1 5 4-16,0 3 0 0,1 5 6 15,-3 3-9-15,-2 2-1 0,-4 1 3 16,0 0-1-16,-1-2 2 0,-3-1 0 0,-2-3 1 0,-1-21-3 16,0 8 8-16,0 2-1 15,0-2 11-15,-8 22 14 0,2-28-16 0,1-7 1 16,-2-6 1-16,0-6 6 0,7-2-10 0,-17-10-6 15,6-3 13-15,0-4-18 0,2-5 11 16,-2-2-9-16,2 0 7 0,2 0-11 0,3 3-1 16,-1 0 0-16,3 1 0 0,2 5 11 15,0 10-16-15,8-6 3 0,-1 9 6 16,2 3-10-16,1 5 3 0,2 1 2 0,1 1-3 16,-1 2 6-16,3 0-7 0,-1 3 0 0,-3-2 3 15,2-1 10-15,-1 0 1 0,2-1-17 16,-1-5-20-16,-2 0-8 0,1-4-19 0,-7 0-24 15,14-10-28-15,-5-1-2 0,-2-2-51 16,0-1 14-16,-2-1-131 0,-2-4-110 0,-2 1 42 16,1-2 23-16,-5 3 23 0,3 0 19 15,-2 0 14-15,1 4-15 0,-1-1 42 0</inkml:trace>
  <inkml:trace contextRef="#ctx0" brushRef="#br0" timeOffset="22265.11">6975 10667 270 0,'0'0'250'0,"0"0"-28"0,0 0-21 0,0 0 2 0,0 0-7 16,0 0-12-16,0 0-16 0,0 0-11 16,6 0-23-16,-6 0-12 0,6-2-12 0,-9-8-4 15,2 0-15-15,1 4-7 0,0-6-11 16,-3-13-4-16,0 8-9 0,1 0-6 0,2 0-2 16,0 0-7-16,0 8 6 0,0-2-14 15,0-2-5-15,0 2 4 0,0 3-16 0,0 0 2 16,0 4-2-16,0 4 0 0,9-8 5 15,-6 9-5-15,1 2-6 0,4 5-3 0,1 2 1 16,-2 6 0-16,1 1 5 0,-1 1-11 16,2 2-1-16,-3 0 3 0,1 2-2 0,-2-1 6 15,-1 0-7-15,1 1 2 0,-1-2-5 16,-1-2 11-16,0-2-6 0,1-5 14 0,-4-1 13 16,1-4 10-16,-1-3-15 0,0-3-1 15,-1-1-3-15,1-4 0 0,-2 1 3 0,0-11-16 16,-1 0 4-16,-3-6 13 0,2-1-5 15,0 1-14-15,-2 0 0 0,2-2 0 16,-3-1 6-16,-2 0-11 0,4 0 0 0,-2 0 0 16,4 3 10-16,-4 1-13 0,1 0-5 15,3 4 5-15,2 4-1 0,-1 2-4 0,2 10 12 16,0 0-9-16,9-6 4 0,-6 6-6 16,8 6 8-16,-1 5-12 0,0 1 4 0,2 2 2 15,1 2-2-15,0 0 13 0,-1 1-18 0,1-2 3 16,0 0 4-16,-2 0-3 0,2-1 2 15,-2-1 0-15,3 0 2 0,-1-3 0 0,0-4-1 16,-1-3 5-16,0-2-1 0,-7-1 5 16,13-10-12-16,-8 2 7 0,-1-2 2 0,2-4-5 15,-1-3 6-15,-3 0-6 0,0-1-1 16,-3-4-4-16,-1 1 7 0,-2-2 0 16,-1 0-3-16,0 12 8 0,0-3-10 0,0-1 10 15,0 1-13-15,-8-14 12 0,7 21-15 0,-1 2 20 16,1 5-16-16,1 1 8 0,-2 3-11 15,2 2 1-15,3 7 3 0,-3-4 9 0,0 6-14 16,9 22 17-16,-4-17-14 0,1 3 3 0,0 1 6 16,1 1-11-16,4-1 14 15,-3-2-11-15,4 1 12 0,-1-6-14 0,-1 1 2 16,0-2 2-16,1-3 10 0,3-4-10 0,-3-3 0 16,2-2 2-16,-6-4 8 0,17-13-11 15,-10 2 4-15,-1-2 0 0,-2-2 10 0,-1 0-18 16,-2-1 8-16,1-3 1 0,-4 1-2 0,1-4 15 15,-3-1-21-15,-3 11 3 0,0-4 2 16,-10-23 3-16,3 20 4 0,1 1-10 0,1 3 3 16,-1 1 1-16,0 3 0 0,2 3 13 15,1 4-21-15,2 0 3 0,1 4-1 0,0 0 2 16,0 10 6-16,1 3 7 0,5 1-19 16,0 1 7-16,1 1 1 0,1 1-2 0,2-2 7 15,0 2-8-15,4-3 3 0,-1-1-2 16,1 0 1-16,1-3 13 0,1-4-1 0,-1 0-13 15,1-5 5-15,-9-1 3 0,6 0-6 16,13-15 5-16,-12 4-7 0,1-3 2 0,-4-4 0 16,0-3 1-16,-1-2 18 0,-2-1-9 15,1-5-14-15,-3 0 3 0,-1-3 3 0,-5 1-2 16,0 16 13-16,0-11-16 0,-7-32 6 16,-4 23-4-16,2 4 10 0,1 1 2 0,1 5-13 15,1 2-1-15,-1 5 2 0,3 4 5 16,-2 1-9-16,2 7 3 0,1 4 2 0,3 2 15 15,0 10-11-15,4 10 8 0,2 0-14 16,1 5 1-16,2 5 11 0,-1 1-14 0,3 5 4 16,1 1-3-16,-1-2 3 0,0 0 2 15,0-1-5-15,2-4 2 0,-3-2-1 16,0-3 11-16,1-4-16 0,-4-4 4 0,3 0 6 16,-3-3 15-16,0-3-10 0,-4-5-13 0,1-5 4 15,-4-1 1-15,0 0 7 0,0-10-19 16,-4-2-8-16,-3-4-6 0,0 1 2 15,-2-2 2-15,-2-2-24 0,-3 0 0 0,-1-3 0 16,-2 2-6-16,1 0 14 0,-2 2 6 16,2 2-4-16,5 2 7 0,-2 1-6 0,3 4 12 15,2 4 5-15,2 2-2 0,6 3 3 16,0 0 5-16,-4 6 2 0,6 0-3 0,6 4 4 16,2 2 2-16,1 0 1 0,0-4-5 15,4 1 7-15,-3-2 1 0,5-1-1 0,-1-2 3 16,2-1-11-16,-11-3 11 0,7 0 6 15,13-10-1-15,-12-2 2 0,0 2 0 0,0-2 0 16,-4-2-2-16,1 0 3 0,-3-3-7 0,0 1 5 16,-2-1 6-16,0 0-2 0,-3-2-2 15,-4 8-3-15,0-4-2 0,0-1 4 16,0 2 3-16,-11-16 1 0,10 20-4 0,-1 4-1 16,1 1 1-16,1 2-6 0,-2 3 6 0,4 2-2 15,-1 4 2-15,2 6-10 0,3 4 0 16,-1 0 9-16,-1 5 3 0,1-2-3 15,0 2 2-15,0-1-6 0,1 1 3 0,1 0-1 16,1 0-6-16,0-1 8 0,0-1 2 16,1-2-4-16,0 2 7 0,-1-4-8 0,3-3 1 15,-4-4 1-15,4-3-1 0,-3-4-6 0,-8-1 11 16,17-7 0-16,-8-5-5 16,1-4-1-16,0 2-7 0,-1-4 9 0,-3 0 3 15,0-2-5-15,0-4-4 0,0 4 12 0,-1-3-9 16,-1 2 0-16,2-1 3 0,-2 3 2 15,-1 3-10-15,1 3 8 0,-2 5-3 0,1 3-1 16,-2 2 1-16,-1 3 4 0,0 0-6 0,0 0 0 16,6 10 4-16,-3 3 3 0,-1 3-4 15,2 1 0-15,0 2 1 0,1 2-7 0,-1 0 6 16,2-1 3-16,0-2-6 0,0 2 1 16,3-2 7-16,-3-3-6 0,3-2 0 0,-2-2 5 15,3-2 0-15,-1-4 2 0,1-2-2 16,-10-3-5-16,9 0 7 0,11-16-5 0,-7 6-6 15,-2-7 4-15,-1 2-5 0,-1-4 10 16,-1-4-1-16,-2-2-3 0,-1 0 6 0,-5-4 0 16,0 15-7-16,0-6 2 0,-10-27 4 15,4 25-3-15,0 1 2 0,0 0-4 16,-2 4-2-16,2 4 6 0,0 5-8 0,-1 3-1 16,2 5 6-16,5 0 2 0,-5 9 0 15,1 3-3-15,3 5-4 0,1 2 4 0,0-9 0 16,0 6 2-16,8 22-2 0,-1-17 1 15,0-3-6-15,2-1 7 0,1 2 3 0,0-6-1 16,1 0-6-16,0-8 4 0,0-1 4 0,-1-3-3 16,-1-1 1-16,-4 0-1 0,9-15-2 15,-5 4 0-15,-4-3-1 0,0-2 0 0,-2 0-1 16,-3 6 3-16,0-3-6 0,-12-17 2 0,4 14-13 16,-5-2 0-16,-4 1-1 15,0 0 2-15,0 4-10 0,2 0 13 0,-1 6 1 16,-1 1 1-16,6 3 0 0,5 3-4 0,-2 0 9 15,-7 12 2-15,10-2-5 0,1 6 0 16,4-8 4-16,0 6-2 0,13 14-6 0,-5-11 6 16,2-1 6-16,2 0-3 0,-1-3-4 15,2 0 6-15,4-4 0 0,3-2 1 0,1-5 0 16,-9-2 1-16,6 0 1 0,20-9 3 16,-17 1-4-16,0-3 2 0,-1-2 0 0,0-2 3 15,-1-2-1-15,1-1-2 0,-3-2-4 16,0-4 3-16,-1 0 1 0,-1 3-1 0,-1-1-5 15,0 3 3-15,-2 1 3 0,-1 4-2 16,0 1-4-16,-2 2 5 0,0 5-1 0,-3 2 2 16,-6 4 0-16,5 0 2 0,1 0 1 15,2 10 1-15,0 0 5 0,-3-1 1 0,1 1 9 16,1 1-8-16,-2-1 0 0,0-1-6 16,-1 1 2-16,1-1 1 0,-1-1 0 0,-1-1-7 15,-1-3 5-15,0 1-5 0,-1-3 12 16,-1 0-11-16,2 1 11 0,-2-3-6 0,0 0 0 15,0-1 3-15,-2-2-7 0,0 0 10 16,-6-5 1-16,-1-3-15 0,-2-2 0 16,-2 1 0-16,0-1 7 0,0 1-7 0,0 1-3 15,-1 2-3-15,0 2 10 0,0 4-7 16,4 3-9-16,10 0 9 0,-7 0-4 0,-9 12 1 16,8-2 11-16,4 5-8 0,0-1-3 0,4 3 0 15,0-7 0-15,0 5-4 0,0 1 6 16,12 22 1-16,-6-19 3 0,1-1-3 0,2 0 0 15,0-1 0-15,1-3 3 0,0-4-1 16,-1-3 1-16,-1-4-4 0,-1-1-2 0,-7-2 4 16,16-9 0-16,-8-2-2 0,-1-2-2 15,0-1 2-15,-2-4 1 0,-4-3 2 0,0-1 2 16,-1 10-5-16,0-8 0 0,0-2 3 16,-15-34-4-16,6 16 4 0,-3 2-3 0,0-2 2 15,-2 1-2-15,4 2 5 0,-2 4-1 16,3 2-5-16,1 6 2 0,1 2 3 0,0 4-4 15,1 3-1-15,1 3 2 0,3 9 7 16,1 3-14-16,1 1 5 0,-1 9 0 0,3 8 0 16,-2-6 4-16,7 20-3 0,-2-5-2 15,1-2 2-15,3 8-3 0,-1-2 3 16,2 1 0-16,2-2 1 0,0-2 1 0,2 1-3 16,-3-4 0-16,2-3 2 0,1-1 0 0,-1-3 1 15,0-4 0-15,0-3 0 0,4 0 5 16,-1-7-5-16,-5-3 3 0,-4 0 8 0,13-11-13 15,-9 0 1-15,-3-1 0 0,-3-5 1 0,-2-2 0 16,-2-2 5-16,-1 10 5 0,0-6-15 16,-11-23 4-16,7 20-3 0,-2-1 3 0,2 1 2 15,1 6-3-15,1 4 4 0,1 4-4 16,1 2 8-16,0 4-13 0,3 2 4 16,1 0 3-16,5 8-4 0,2 1 2 0,3 0 2 15,-1 1-3-15,0 2 5 0,3-2-1 0,2 2-5 16,0-3 2-16,0 0 1 0,0 2-1 15,-1-1 1-15,-1-1 3 0,-2 2 10 16,-2 1-16-16,-4 0 5 0,-3 2-4 0,-3-1 2 16,-2-8 3-16,0 3-16 0,-14 14-33 0,1-13-98 15,-1-2 14-15,-2 0-255 0,-2-2 14 16,-3-3 27-16,-2-1 52 0,2-1 11 16,11-2 20-16,-6 0 12 0,1 0 37 0,-14-10 4 15,22 1 7-15</inkml:trace>
  <inkml:trace contextRef="#ctx0" brushRef="#br0" timeOffset="22930.98">9669 9298 226 0,'-10'-14'338'0,"1"1"-49"0,4 2-31 15,-2 1-32-15,2 3-26 0,3 5-27 16,-1 0-17-16,3 2-17 0,3 5-14 16,1 6-6-16,3 5-19 0,1 0-8 0,1 3-10 15,2 3-10-15,3 2 1 0,0 0-11 0,2 4-4 16,-2 2-9-16,1-3-4 0,-1 0-3 16,1-3-3-16,-3-2-7 0,1-3 4 15,-2-3-9-15,2-1-1 0,0-2-1 0,1-5-2 16,-3-5-2-16,-5-3 0 0,9-8 3 15,-6-1-5-15,-1-3-5 0,1-2-3 0,-4-4 4 16,2-2-6-16,-5-2 0 0,-1-1 2 16,-1 11-5-16,0-7 9 0,-8-25-13 0,2 20 2 15,3 1 1-15,0 3-4 0,-1 2 1 16,1 2 4-16,3 16-5 0,0-7-2 0,0 3 9 16,12 0-9-16,-1 11 4 0,-1 2-6 15,2 2 3-15,1 1-2 0,0 2 3 0,1-2-3 16,-2 0 6-16,1 3 1 0,1-3-11 0,0-2 3 15,-1 0-2-15,0-3 3 0,-1-3-1 16,-3-2 9-16,-9-2-8 0,8 0 3 0,8-9 0 16,-9 1 2-16,0-3-1 0,-3-2 6 15,-1-1-12-15,-2-3 2 0,-1 7-1 16,0-10 4-16,0 0 6 0,-8-24-13 0,2 23-11 16,2-2-10-16,3 3-6 0,-2 1-18 0,0 2-12 15,0 5-11-15,2 4-5 0,1 6-39 16,0 2 13-16,4 0-119 0,-1 2-114 15,-2 2 6-15,1 1 14 0,3 5 41 0,2-2 11 16,-1 4 25-16,0 0 18 0,2-3-4 0</inkml:trace>
  <inkml:trace contextRef="#ctx0" brushRef="#br0" timeOffset="23896.63">10351 9218 329 0,'4'-12'145'0,"-2"-3"2"0,-1 1-21 0,-1 6-7 16,0-5-21-16,0-3-2 0,-11-18-3 15,5 15-1-15,-4 4-11 0,3 2 6 0,1 0-4 16,1 4-27-16,-2 0 6 0,0 6-13 16,1 2 6-16,6 1-8 0,0 0-7 0,-13 16-6 15,11-3 23-15,0 8-15 0,1 4 9 16,1-13-2-16,0 4-7 0,8 26 0 15,-2-18-11-15,1 1 4 0,1 0-5 0,1-2-5 0,1-2-7 16,1-3 8-16,0 1-10 16,3-3 14-16,0-3-26 0,3-3 17 0,0-3-11 15,-1-4 5-15,-1-1 14 0,-6-2-17 0,16-8 0 16,-11 0-2-16,0-2 10 0,-2-4-11 16,-4-3 7-16,2-1-5 0,-2-1-2 15,-3-2-4-15,0-4 4 0,-3 0 3 0,-2 13-2 16,0-6-3-16,-10-24 13 0,4 20 18 0,0 3-5 15,-1-3-5-15,0 7 2 0,3-1-2 16,-2 6-6-16,2 4-2 0,0 4 2 0,3 1-9 16,1 1 4-16,0 0-4 0,-3 12-5 0,4 2 3 15,-1-6-2-15,0 0-3 0,10 15 2 16,-6-9-2-16,2-2 0 0,1-1-11 0,-1-1 15 16,2-4-5-16,-1-1-4 0,-1-4-7 15,-6-1 8-15,8 0-5 0,12-12 6 16,-12 5 1-16,1-5 0 0,-2 1-1 0,0-3 2 15,1-1-10-15,0-1 8 0,-3 0-1 0,-1 0 1 16,0 0 3-16,-1 1-3 0,1 3-8 16,-2 2 9-16,1 3-9 0,-3 0 8 15,0 3 6-15,1 1-9 0,0 1 2 0,-1 2 1 16,-1 0-3-16,0 2 1 0,1 1-10 0,0 1 14 16,1 0-3-16,1 11-2 0,-2-7 2 15,0 2 1-15,5 19-3 0,-1-13 2 0,1 1-12 16,0-4 12-16,1 1-1 0,3-1-8 15,0-2 9-15,1-3-8 0,0-2 6 0,-1-2 7 16,-1-4-3-16,-1 0 4 0,11-8-4 16,-7 0 1-16,1-2-4 0,0-2 1 0,-1-2-3 15,-1-1 8-15,-3 0-7 0,-2-1 0 16,-3 1 3-16,-1-1-1 0,0 1-1 0,-1 9 6 16,0-4-13-16,0 2 12 0,0 1 1 15,-9-5-11-15,9 12 8 0,-2 0 2 0,1 3-4 16,-1 2-9-16,1 8 12 0,0 1 3 15,1-6-7-15,0 6 3 0,0 2-2 0,10 19 0 16,-4-20-10-16,0 1 12 0,4-3-2 16,1-3 5-16,-1-4-4 0,4-2-6 0,-7-4 8 15,4 0-1-15,14-13-2 0,-9 3 1 0,-1-5-2 16,1-1 2-16,-2-5-4 0,-1-1-3 16,-2 0-5-16,-2-1-8 0,-3 1-1 15,-3-1-14-15,-2-4 5 0,-1 15 9 0,0-6 9 16,-9-19-7-16,6 20 3 0,-1 5 5 15,1 3-1-15,0 6 2 0,2 3-9 0,0 3 9 16,1 0 8-16,0 4 1 0,5 10 2 0,-1 1-10 16,2 4 12-16,1 0-8 0,0 2 5 15,4-1 7-15,-1-2-8 0,2 1-1 16,0-2-7-16,-2-4-21 0,4-1-57 0,2 1 7 0,-1-7-253 16,7-2-1-16,0-6 22 15,-12-1 15-15,20-11 43 0,-11 5 12 0,0-6 14 16,-1 0 7-16,4-2 12 0</inkml:trace>
  <inkml:trace contextRef="#ctx0" brushRef="#br0" timeOffset="24995.86">11540 8692 229 0,'0'-2'348'0,"2"-1"-73"16,-2 1-51-16,1 1-29 0,0-2-17 15,0 2-20-15,1 0-20 0,-2 1-9 0,0 0-17 16,0 0-14-16,0 0-9 0,0 0-19 0,1 8 2 16,-2-6-6-16,-3 1-8 0,1-2-4 15,-1 0-8-15,-7 3-10 0,2-2 8 0,2-2 0 16,-3 0-3-16,-16-13-7 0,11 5 1 0,-1-4-3 16,2-4-6-16,-1-2-4 0,1-3 6 15,0 2-9-15,3-4 5 0,0 0-5 16,2 0-1-16,2 3-6 0,4-3 4 0,0 6-9 15,2-1 7-15,1 11 0 0,8-9-3 16,-1 12-1-16,1 4-3 0,4 3-4 0,1 5-2 16,2 4 6-16,0 3 1 15,-1 3-1-15,-1 4 1 0,-1 10-2 0,2 2 1 16,-4 2 0-16,1 3 0 0,-3 0 2 0,-2 0-4 16,-1 2-4-16,-2-1 4 0,-1-3-9 0,-2-2 12 15,0-3 9-15,0-18 4 16,0 7-5-16,0 2 19 0,0-1 9 0,-7 18 0 0,3-27 1 15,-1-6-17-15,0-5 2 0,1-2-6 16,-2-5 2-16,-1-6 1 0,-2-7-10 0,2 1-1 16,-1-4-1-16,2 2 7 0,-1 0-14 15,2 1 3-15,1-1 13 0,2 4-8 0,-2 0-17 16,1 4 4-16,1 2 1 0,2 9-3 16,0 0 1-16,0 0-4 0,9-8 4 0,-6 10-2 15,1 0 9-15,6 4-7 0,-1 1-2 16,1 2-1-16,0-1 0 0,1-1 13 0,2-1-12 15,-1 0 0-15,2-1-6 0,0-3 4 16,-8-2-1-16,3 0 0 0,3 0 2 0,12-14-3 16,-13 5 4-16,0 0 2 0,1-2-2 0,-2-5 1 15,-1 0 8-15,-1-4-11 16,-3 1 3-16,1-3 0 0,-2 1 12 0,0 2-15 0,-2 2 5 16,-1-1-1-16,1 5 0 0,-1 2 4 15,-1 3 6-15,1 2-16 0,-1 3 6 16,1 1-2-16,1 2 12 0,-2 0-18 0,0 0 6 15,7 17 0-15,-3-4-1 0,1 0 17 0,-1 3-7 16,2 3-16-16,2-3 5 0,-2 0 12 16,3 0-14-16,-1-3-2 0,0 1 2 15,0-4 12-15,0 0-13 0,1-3 13 0,-1 0-15 16,-1-3 5-16,-1-4 15 0,-6 0-6 16,6 0-13-16,10-8 4 0,-6 0-2 0,-1-4 9 15,-2 2-10-15,0-4 3 0,-2-2-2 0,-2-2 15 16,-1-1-15-16,0-6 3 0,-1 4-3 15,1 0-3-15,0-1 23 0,-2 7-23 16,0 1 16-16,2 2-15 0,-2 5 17 0,1 3-21 16,2 3 7-16,-3 1 10 0,8 11-12 15,-1 1 1-15,-1 2 13 0,0 0-1 16,2 4-17-16,1-1 23 0,1 1 0 0,1-2-26 0,0-1 24 16,-1-3-22-16,3-1 5 0,-1-2 0 15,2-2 0-15,2-5 21 0,-10-2-18 0,3 0 0 16,15-12 0-16,-8 1 11 0,-6-4-15 15,0 0 3-15,-3-4 1 0,-2-2 14 0,-3-6-17 16,-2-2 2-16,0 13 2 0,-9-36 9 16,2 13-13-16,-3 0 2 0,-2-3 5 0,-1 2-4 15,0 4 16-15,3 2-20 0,-1 5 4 16,3 2 1-16,-1 5 0 0,4 4-5 0,0 5 2 16,1 9 3-16,4 4-1 0,-3 9 5 15,6 6 4-15,-3-4-12 0,11 22 2 0,-4-3 16 16,5 12-5-16,-2 0-16 0,2 0 6 15,2 0-8-15,2-2 23 0,-3 0-23 0,4-5 0 16,-1-5 4-16,1-4-41 0,2-2-25 0,-4-5-24 16,3-5 9-16,-3-3-206 15,-3-4-89-15,-3-6 22 0,-9-1 22 0,0 0 47 16,5-9 9-16,-12-3 20 0,-4-3 13 0,-2-1 35 16,-5-2-6-16,-5-3-1 0</inkml:trace>
  <inkml:trace contextRef="#ctx0" brushRef="#br0" timeOffset="25128.53">11922 8500 325 0,'-8'-1'326'0,"3"1"-53"0,5 0-40 0,0 0-38 16,0-1-18-16,3 1-14 0,7-4-22 0,6 1-16 15,1-2-13-15,1-5-43 0,0 4-7 16,2 0-350-16,1-1-12 0,0-4 26 16,0 0 20-16,-2 0 21 0,-2 1 13 0,1 1 13 15</inkml:trace>
  <inkml:trace contextRef="#ctx0" brushRef="#br0" timeOffset="25590.53">12366 8433 440 0,'3'-16'300'0,"1"0"-35"15,0 2-28-15,1 1-26 0,-1 2-25 16,0 2-20-16,5 2-22 0,-2 4-8 16,0 1-22-16,-7 2-10 0,19 9-4 0,-6 0-10 15,0 5-3-15,-2-1-7 0,0 6-13 16,1 2-3-16,-5 1-7 0,3-1-5 0,-5 1-6 15,1-1-8-15,-2-1 1 0,2 2 2 0,-5-5-3 16,2-1-13-16,-2-4-3 0,-1-7-1 16,0 0-1-16,0-5 1 0,0 0 3 0,-7 7-11 15,3-12-4-15,-3-4 1 0,0-6 2 0,0-3-2 16,0-1-3-16,0-1-1 0,-2-8-1 16,1-2-5-16,4 0-26 0,-1 1-10 15,4 4-12-15,1 0-26 0,0 12-23 0,0-3-18 16,13-17 10-16,-5 20-108 0,-1 3-109 15,3 6-1-15,-10 4 16 0,9 0 36 16,2 0 11-16,9 14 21 0,-9-3 8 0,0-2 21 16,-1 2 2-16</inkml:trace>
  <inkml:trace contextRef="#ctx0" brushRef="#br0" timeOffset="26504.21">12754 8412 517 0,'0'-11'263'15,"0"1"-43"-15,0 2-19 0,0-5-17 0,0-1-27 16,-10-19-17-16,0 16-10 0,4-1-18 16,-1-1 7-16,-1 6-13 0,-1 1-5 15,2 2-3-15,0 2-14 0,2 3-14 0,2 2-5 16,-3 3 0-16,6 0-15 0,-12 13-1 16,9-2-13-16,-1 5 1 0,-1 2-4 0,4 2-2 15,-1 3-5-15,2-12-5 0,0 6 1 0,0 3 1 16,12 21-4-16,-7-21 2 0,1 1-8 15,4-2-4-15,0-1 7 0,1-3-5 16,0 0 3-16,-1-6 3 0,4-2-7 0,-1-4 12 16,-9-3-9-16,5 0-2 0,12-12-5 0,-11-1 2 15,1-2 1-15,-1-1 2 0,-3-2 4 16,0-3-8-16,-6 1-1 0,2 0-3 0,-3 7 5 16,0-3-4-16,-13-19 2 0,5 14-2 15,-5 1-4-15,3 2-1 0,-2 3 2 0,0-2-1 16,0 6 3-16,2 2 0 0,-3 4-1 15,6 1 7-15,7 4-10 0,-15 9 2 0,12-1-4 16,-1 7 1-16,4-8 2 0,0 5 1 16,0 3-2-16,11 18 0 0,-4-17 0 0,1 2 2 15,1-4-8-15,1 0 7 0,1 0 4 16,2-4 0-16,1 0-4 0,3-2-4 0,0-3 7 16,1-3 0-16,-10-2-5 0,5 0 3 15,15-10 1-15,-11 2-3 0,0-2 7 0,-3-1-6 16,0-2 6-16,-2-1-4 0,-3-2-4 15,0 1 1-15,-1 0 3 0,-2-3-2 0,-3 4-2 16,1-2 11-16,-3 1-10 0,-1 8 2 0,0-3-1 16,0 1-1-16,0 0 1 15,0 3-1-15,0-2 11 0,0 2-11 0,0 1 5 0,0 5-1 16,-8-12-2-16,7 9-3 0,0 1 4 16,0 0 4-16,0 0-6 0,-1 1 0 15,1-1 3-15,-1 2-1 0,0-1-4 16,0 1-1-16,1-1 11 0,-1 1-7 0,1 1-2 0,-2 0 0 15,0-1 1-15,2 2-10 0,-2-1 12 16,0-1-3-16,2 2 8 0,0-1-9 16,-1 0-1-16,1 1-3 0,-1-2-2 0,1 1 7 0,1 1 2 15,-2-2 1-15,2 1-2 0,-2 0 6 16,2 1-6-16,-2-2 2 0,2 0 0 16,-1 0-8-16,1 0 8 0,0 0-2 0,0 0 0 15,0 0-2-15,0 0 2 0,0 0 0 16,0 0 8-16,0 0-1 0,0 0-6 15,0 0 0-15,0 0-2 0,0 0 10 0,0 0-5 16,0 0-5-16,0 0 2 0,0 0-6 0,-6 0 7 16,6 0-3-16,0 0-2 0,0 0 10 15,-4 0-10-15,4 0 2 0,-8 6 3 0,7-4 3 16,-1 1-8-16,0-2 1 0,2 1 4 16,-1 2-4-16,0-2 1 0,0 0-2 0,0 0 11 15,0 1-12-15,1 0 6 0,-2-1-2 16,2-1-1-16,-1 1 3 0,1 1 5 0,0-3-10 15,-2 2-1-15,2-1 6 0,0 1-4 16,-1-1 1-16,1-1 7 0,-1 2-13 0,1-1-6 16,0 0-32-16,-2-1-24 0,1 1-39 0,1 0 10 15,0 0-197-15,-2-1-56 0,2 0 25 16,-1 1 27-16,-2 1 11 0,3 0 18 0,-1-2 37 16,-1 1 13-16,2 2 10 0,0-1-12 15</inkml:trace>
  <inkml:trace contextRef="#ctx0" brushRef="#br0" timeOffset="28787.9">13037 8335 340 0,'0'-2'206'0,"1"-1"-20"16,-1 0-24-16,0 1 8 0,0-1-19 0,2 0-12 16,-2-1-8-16,0 1 0 0,0 0 17 15,0 3-11-15,0 0-17 0,0-11-4 0,0 2-2 16,-9-11-6-16,4 9-10 0,0-2 4 15,-3 2-16-15,0 2-2 0,-2 0-11 0,0 0 6 16,1 2-24-16,-2 1 2 0,1 1-5 16,2 2-6-16,-1 3 3 0,9 0-15 0,-15 8 3 15,2 0-4-15,5 3-11 0,-1 5 2 16,1 0 0-16,2 3 1 0,2 3-10 0,1 1-1 16,2-1-4-16,-1 4 0 0,2 0 7 15,0-15-7-15,0 6-1 0,10 20 8 0,-4-16-7 16,1-4 2-16,1-3 2 0,1-3 6 0,1-4-7 15,-1-7 2-15,-9 0 3 0,17-8-2 16,-7-7-4-16,0 0 0 0,-1-3-5 16,-2-1 12-16,1-1-12 0,-4-3-2 0,-2-2 4 15,0-1 4-15,-2 12-10 0,0-7 7 16,-11-31-5-16,3 16-2 0,-3-1 0 0,-2-1 16 16,-3 1-20-16,1 1 4 0,-1 3 0 15,1 1 11-15,2 5-18 0,2 2 4 0,0 5-2 16,2 3 14-16,2 3-5 0,4 8-12 15,-1 3 2-15,4 3 1 0,3 12 12 0,1 5-16 16,5 1 6-16,0 5-6 0,1 3 3 0,4 2 6 16,-1 1-8-16,3 1 13 0,2 0-14 15,-1-1 8-15,0-3-4 0,1-3 14 16,-1-2-17-16,-2-1 15 0,1-3-12 0,-2-4 0 16,2-1 16-16,0-5-18 0,-2-1 2 15,-3-6 4-15,-5 0-1 0,10-9-7 0,-8 0 4 16,1-2 3-16,-5-3 0 0,0 0 3 15,-1-4 5-15,-2-3-13 0,0 1 6 0,-1 10 4 16,0-5-10-16,0 0 14 0,0 0-12 16,0 3 10-16,0 2-17 0,-8-5 19 0,8 15-14 15,0 0-3-15,0-3 22 0,0 7-11 0,1 9-15 16,1 1 18-16,-2-5-14 0,7 17 1 16,-3-5 15-16,1-2-18 0,2 0 5 15,0 0 1-15,0-1 12 0,0-3-16 0,2 0 0 16,0-2 13-16,0-5-12 0,2-2 7 15,-1-1-1-15,0-4 9 0,-4-1-15 0,10-7 15 16,-6 1-10-16,0-4 3 0,-3-2 15 0,0-3-23 16,-1-4 17-16,-3-3-5 0,-3 11-10 15,0-6 1-15,0-4 0 0,0-1 16 0,-10-21-23 16,7 25 6-16,1 3 2 0,0 1 9 16,-1 5-12-16,2 7-5 0,0 2 6 15,1 2-3-15,0 2 4 0,2 8 6 0,1 3-9 16,-3-6 6-16,7 15-3 0,-2-5 12 15,1 0-14-15,1-2 20 0,0 0-18 16,3 0 2-16,0-4-5 0,2 1 6 0,0-3 2 0,1-4 11 16,2-1-17-16,0-4 4 0,-8-2 2 15,4 0-3-15,13-10 8 0,-12-1-9 16,-1-2 6-16,-2-3-8 0,0-2 2 0,-4-1 2 16,0-1 1-16,-3-3-4 0,1 0 2 0,-2-3-3 15,0 3 1-15,1-2 13 0,-2 4-18 16,2 2 5-16,0 3 0 0,-1 6-1 0,1 3 17 15,-2 2-22-15,2 3 16 0,-2 2-12 16,0 0 13-16,0 0-15 0,7 9 7 0,-4 5 12 16,0-2-7-16,2 0-18 0,-2 1 9 15,0-1 1-15,-1-1 4 0,1 0-3 16,0-4 2-16,-1 1-2 0,0-3 11 0,-1-1-17 0,0 0 20 16,0-1-15-16,0-3 16 15,0 1-15-15,-1-1 10 0,0 0 3 0,0 0-16 16,0 0 3-16,2-11-4 0,-3-1 12 0,-1 0 8 15,2 5-13-15,-6-11-12 0,4 9 7 16,-1 2 0-16,2 2 8 0,-2 2-16 0,1 0 4 16,1 2 1-16,-2 1 2 0,1 2 14 15,-1 1-21-15,-2 10 8 0,2 1 16 0,-1 2-8 16,1 1-12-16,0 0 2 0,3 1 4 16,0 1 5-16,0-10-11 0,0 4 5 0,0 3 2 15,11 14 10-15,-4-15-5 0,1-3-12 16,2-2 7-16,0-4-3 0,1 0 16 0,-1-4-18 15,-1-2 3-15,-2 0 1 0,12-9 2 0,-5 2 14 16,-1-4-22-16,-1-2 6 0,-2-1 2 16,-1-2 6-16,-2-2-12 0,0 1 4 15,-3-2 0-15,-3 0 2 0,1 3 8 0,-2-2-14 16,0 12 2-16,0-4 4 0,0 1 13 16,0 1-6-16,0 2-9 0,0 6-1 15,0-4-1-15,0 4 15 0,-5-6-19 0,4 10 6 16,0-2-4-16,1 4 18 0,0-2-20 0,2 12 4 15,-2-8 4-15,9 16-4 0,-6-10 7 16,4 1-8-16,0-3 3 0,1 1 14 16,1-4-4-16,0 0-13 0,4-3 23 0,-2 0-7 15,4-5-14-15,2-1 7 0,-11 0-10 0,15-7 8 16,-6-1-2-16,-1-2-2 0,-4 1-1 16,0-4 2-16,-1-1 1 0,-2-1 0 0,-2-1 10 15,-3-2-11-15,3 1 0 0,-5-2-5 16,0 11 5-16,0-6-1 0,-9-15 9 0,4 17-13 15,-1 0 6-15,2 2 0 0,0 2-1 16,1 2 8-16,-1 1-15 0,3 2 4 16,-1 3 16-16,2 0-13 0,0 0 2 0,0 0-8 15,0 0 3-15,-2 7 13 0,3-4 1 0,0 0-16 16,7 3 21-16,-1-1-21 0,2 0 7 16,-2-2-7-16,0-1-2 0,1 0 4 0,-8-2 16 15,11 0-16-15,1 0 3 0,0 0 0 16,14-7-1-16,-14 5 4 0,-2-1-3 0,3 0 1 15,0 1 9-15,-4 0 7 0,-1 0-24 16,-2 1 5-16,-1 1 5 0,-2 0 4 0,-3 0-7 16,0 0 9-16,0 0 6 0,7 0 3 15,0 8 19-15,-7-6-12 0,0 1-17 0,0 0 2 16,0 1 2-16,0 0-1 0,0-1 21 16,-2 1-33-16,0-1 34 0,1 0-27 0,-1-1 12 15,-2 0-20-15,1 1-2 0,1-2 9 16,-3-1-1-16,2 0 4 0,-2 0-6 0,-2 0-6 15,-2 0 9-15,-13-7 19 0,13 3-30 0,1 2 1 16,1 1 3-16,0 0 2 16,1 1 0-16,6 0 24 0,-8 0-36 0,-11 9 13 15,12-3-1-15,-2 4 8 0,2 1-16 0,2 2 5 16,1 4 2-16,1-1 20 0,3 2-2 16,-1 1-28-16,1-11 10 0,0 6-1 0,0 2 4 15,11 18-7-15,-7-18 3 0,1-3 2 16,1-1-1-16,0-2 2 0,1-1 3 0,3-4-2 15,0-2 3-15,-10-3-5 0,9 0 6 16,12-13-3-16,-12 1 17 0,1-2-10 0,-3-3-11 16,1-2 2-16,-6-3-6 0,0-2 26 15,-2 10-27-15,0-8 2 0,-10-35 22 0,0 21-36 16,-2-3 12-16,-2-2 13 0,-4-4-12 16,-1 1-3-16,-1 0 4 0,1 3 8 0,2 4 2 15,1 4-12-15,2 6-1 0,2 3-1 16,2 4 7-16,0 4-4 0,2 7-8 0,2 6 7 15,6 3 17-15,-1 12-21 0,6 10 15 16,2 0-11-16,3 8 13 0,3 2-8 0,1 2 16 16,3 1-22-16,3 2 13 0,1-1-7 15,0-4 0-15,3 0 1 0,3-2 13 0,3-6-30 16,0-5-49-16,-1-5-50 0,0-3-73 16,-2-4 17-16,-2-3-258 0,-1-2 32 0,-14-2 55 15,3 0 21-15,-5 0 18 0,2-7 42 16,-17 5 14-16,-8 2 30 0,3 0 5 15,-7 0-3-15,-31 14 6 0</inkml:trace>
  <inkml:trace contextRef="#ctx0" brushRef="#br0" timeOffset="29677.92">8216 11369 272 0,'0'0'305'0,"0"-6"-42"16,0 0-24-16,0 1-27 0,0 0-11 15,0 0-18-15,0-5-11 0,0 1-15 0,0-2-8 16,0-2-21-16,8-14-11 0,-8 19-15 15,0-5 0-15,0-2-20 0,0-4-9 0,0 0-10 16,0 0-5-16,0-3 1 0,-10-21-13 0,6 22-2 16,0-1-8-16,-2 3 8 0,2 2-12 15,-1 2 7-15,2 4 11 0,-2 0-19 16,4 3 4-16,-2 4-13 0,2 1 2 0,1 3-2 16,0 0 1-16,1 11-9 0,3 7 2 15,2 2-4-15,2 3 2 0,2 1 8 0,0 1-14 16,2 1 1-16,0-2 0 0,2-1-3 15,-2 0 0-15,2-2-5 0,-2-2 7 16,0-2-4-16,-2-2 7 0,2 1 7 0,-1-5-16 16,1-2 5-16,0-5 0 0,-5-1-3 15,-7-3 16-15,6 0-16 0,5-8-2 0,-4-3 2 16,-2-3 12-16,0-1-18 0,-2-5 2 16,-1-1 2-16,-2 10 1 0,0-6 3 0,0-2-8 15,-12-22 3-15,9 18 13 0,-2 2-7 0,1 3-10 16,-1 3 1-16,1 1 3 0,1 6 3 15,2 2-10-15,1 2 5 0,0 4-2 16,4-3 7-16,0 6-8 0,-1 0 2 0,5 5-3 16,3 2 4-16,-2 0 6 0,1 2-11 0,1 2 17 15,0-2-16-15,2 2 1 0,-2-3 1 16,1-1 13-16,-2 0-17 0,0-4 7 0,-2-3-1 16,-1-3-3-16,-7 0 12 0,10 0-12 15,10-17 3-15,-10 2 0 0,-2-4 3 0,0 1-5 16,-1-2 2-16,-1-1-2 0,-2-3 5 15,-1 2 3-15,0-3-11 0,0 2 3 0,-1 4 1 16,-1 3 9-16,1 2-6 0,1 7-7 16,0 4 2-16,-3 3 0 0,0 0 9 15,16 18-11-15,-11-3 4 0,4 3-2 0,-1 0 14 16,-1 2 1-16,0-1-19 0,2-1 2 16,0 0-12-16,1-1-9 0,-1-2-21 0,0-3-12 15,2-5-22-15,-3-4-34 0,-8-3-44 0,9 0 16 16,3-13-227-16,-6-1-2 15,-6 7 43-15,0-4 18 0,-9-16 26 0,4 8 7 0,-6 4 20 16,-1-3 25-16,-4 0-1 0</inkml:trace>
  <inkml:trace contextRef="#ctx0" brushRef="#br0" timeOffset="29948.5">8221 10825 287 0,'-8'18'236'0,"2"1"-33"0,0 0-31 0,6-3-23 15,0-8-22-15,0 2-10 0,13 9-3 0,-1-15-21 16,-1-2-4-16,-5-2-8 16,13-10-14-16,-9 3 1 0,0-4-10 0,-1-2-9 0,-3-2 4 15,-3 0-7-15,-1 0-7 0,-2 7-1 16,-11-17 9-16,1 7-19 0,0 3 4 16,-3 0-2-16,0 3-9 0,-1 0 8 0,0 2-8 15,-1 1-6-15,2 4-5 0,4 4 8 0,9 1-7 16,-12 12-2-16,10 1-23 0,2 2-24 15,0-6-44-15,10 19 8 0,-3-9-210 0,6 1-48 16,1 3 39-16,7-2 20 0,1-1 28 16,4-3 14-16,7-1 7 0</inkml:trace>
  <inkml:trace contextRef="#ctx0" brushRef="#br0" timeOffset="31787.78">9058 10665 425 0,'7'-15'331'16,"-1"2"-61"-16,-1 3-33 0,-1 5-32 16,-1 3-24-16,-3 2-16 0,0 0-22 0,12 13-19 0,-6-1-16 15,2 5-3-15,-1 1-14 0,4 9-10 16,0 3-12-16,2 2-6 0,-3-1-12 0,2 2 3 16,-2-3-5-16,2-1-6 0,-3-3-3 15,3-3 1-15,-3-1-12 0,-1-6 0 0,1 1 15 16,-4-4 9-16,-1-6-14 0,-3-5-10 15,-1-2 0-15,0-8-2 0,-3-3 1 16,0-5-6-16,-1-4-2 0,-2-2-3 0,-2-3-5 16,-4-7 13-16,-2-4-13 0,1-3-3 15,-2-4 1-15,-1-2-4 0,2 0-1 0,2-1-3 16,2-1 1-16,1 5 4 0,4 1-6 0,2 5 6 16,3 19-6-16,0-5 3 15,0-1 5-15,13-20-9 0,-6 27-4 0,2 4 4 0,1 5 7 16,-1 7-3-16,-9 0-3 0,17 12-2 15,-9 2 2-15,-1 4 7 0,0 3-11 16,2 3 3-16,-4 2 2 0,-2 3 3 0,1-1-10 16,-4 1 5-16,0-13-2 0,0 5 1 15,0 3 2-15,-9 27-2 0,3-27-1 16,2-4 7-16,-1 0-9 0,-1-4 1 0,-1-4-5 16,2-5-18-16,-1-4-1 0,6-3-1 0,0 0-6 15,-7 0 5-15,-1-9 3 0,7 4 0 16,1 0 3-16,0 0 0 0,1 2 6 0,0 0-1 15,0-1 2-15,1 1 2 0,-2 3 6 16,5-4-5-16,-1 4 3 0,0 0-2 0,11 4 3 16,-3 1-5-16,2 0 6 0,0 3 3 15,1-1-3-15,-1 1 5 0,2-1-9 0,-1-2 11 16,1 0 4-16,-1-3-6 0,1-2-2 0,-7 0 3 16,17-8-4-16,-7 1 4 0,-3-3 2 15,-1-1 3-15,-3-1-3 0,2-1 2 0,-2-2-2 16,-1-1-8-16,-4-1 8 0,-1-1 6 15,-4-2-4-15,-2 10 0 0,0-5 0 16,-9-19 0-16,1 16-2 0,0 3-8 0,0 1 5 16,1 3 12-16,-1 5-1 0,1 2-3 15,3 4 3-15,4 0-5 0,-10 8 5 0,8 3-9 16,2 5 4-16,0-7 6 0,0 5-2 16,7 22 1-16,0-16-6 0,-2 2 0 0,7-1 4 15,-1 1 2-15,3-2 6 0,1-1-3 16,1-2-1-16,4-5-2 0,-1-2-3 0,0-1 1 15,2-3 11-15,1-6-8 0,-10 0 2 16,17-9 4-16,-10 0-8 0,-5-4 3 0,0-2-2 16,-2-3-5-16,0-1 3 0,-4-4 3 15,1 1-5-15,-2-3 7 0,0-3-8 0,-3 2 2 16,2 0 1-16,1 3-4 0,-3 1-1 0,3 3-1 16,-4 0 2-16,4 1-3 0,-4 7 10 15,1 3-7-15,0 5-1 0,2 2 2 0,-6 1-5 16,0 0 3-16,7 0 7 0,7 18-6 15,-7-8-1-15,0 1 8 0,1 2-9 0,-2-2 11 16,0 0-4-16,-2 0 6 0,2-1-5 16,-2-1 11-16,-3-3-11 0,1-1 4 0,-1-1 13 15,2-1 0-15,-3-1 6 0,0-1-2 16,0-1 9-16,0 0-10 0,0-1-4 0,-3 0-8 16,2-2 0-16,-6-5 13 0,-2-4-17 0,-2-3-9 15,-2 1 2-15,0-2 3 0,1 2-2 16,-1 1 13-16,2-1-20 0,-2 3 6 15,5 2-3-15,1 4 12 0,1 1-19 0,0 2 2 16,6 2 4-16,0 0 6 0,-11 17-14 16,10-5 5-16,1 3 0 0,0-6-3 0,0 4 8 15,8 23-10-15,-2-15 4 0,-1 0 3 0,2 0 2 16,0-2-5-16,2-3 1 0,1 0 1 16,0 1 12-16,1-2-17 0,-1-3 4 0,0-2-1 15,-3-1 2-15,1-2 9 0,-1-4-11 0,-3-2 2 16,-4-1 0-16,0 0 2 15,15-16 1-15,-14 2-1 0,2 0-1 0,-3 4 0 16,0-3-3-16,0-5 1 0,-13-20 1 0,7 17 4 16,1 0 8-16,-1 0-13 0,2 5 2 15,0 1 0-15,-2 4 3 0,2 4-6 0,1 2 9 16,3 5-9-16,0 0-2 0,0 0 9 16,-1 11-12-16,-1 2 16 0,2 4-14 15,0-7 2-15,0 4 7 0,10 20-10 0,-7-17 1 16,3-1 3-16,1 0 10 0,-2-3-10 0,4-2 1 15,1-2 7-15,1-2 11 0,-1-4-16 16,-10-3 1-16,11 0 16 0,13-13-14 0,-9 2 0 16,0-1-2-16,-4-1 5 0,-1-5-11 15,1 0 5-15,-4-2 2 0,0-5 13 0,-1-3-14 16,-2-1 5-16,2-1 6 0,-2 5-14 16,-3 2 0-16,2 2-1 0,0 1 10 0,-2 4-11 15,-1 5 4-15,3 0 7 0,-2 4-8 0,1 7-6 16,-2 0 5-16,0 0 9 0,3 8 3 15,-2-2-20-15,2 6 5 0,-2 0 0 16,2 0 15-16,0 1-20 0,0 1 5 0,1-1 5 16,-1-2-4-16,0 2 3 0,1-4-6 15,-3-4 17-15,-1 1-14 0,3 0 12 16,-1-2-11-16,-1-2 11 0,-1-1-12 0,1-1 2 0,-1 0 3 16,0 0-4-16,0 0 5 0,5-9-2 15,-4 5 7-15,-1-2-8 0,0 3-1 16,0-2 2-16,0-1-5 0,0-2 10 0,0-1-8 15,0 2 16-15,0 0-13 0,-7-2 8 16,4 5-16-16,2 2 2 0,-1 0 2 0,1 3 0 16,-2 1 1-16,2 0 0 0,1 1 1 0,-6 6-3 15,5 6 16-15,-2 0-15 0,3-7 0 16,0 5 1-16,0 3-1 0,0-1 0 0,11 18 14 16,-4-16-1-16,0-2-18 0,3-2 4 15,3-2 5-15,-2-4 6 0,6-2-6 0,1-5 18 16,-6 0-13-16,16-9 15 0,-9-1-22 15,0-1 4-15,2-3 13 0,-3-5-2 0,2-1-18 16,-3-1 19-16,-2-4-14 0,-1-5-2 16,-4-2 4-16,-1 1 0 0,-4-3 3 0,-5-1-9 15,0 17 1-15,0-9 5 0,-14-32 1 0,4 27-8 16,-1 2 3-16,3 4 4 0,-2 4-4 16,1 4 4-16,-2 4-10 0,3 3 6 15,3 6-1-15,5 5 16 0,0 0-23 0,-7 14 6 16,7 4 1-16,0-7-2 0,10 24 19 0,-3-2-13 15,6 4 6-15,-3 0-13 0,4 1 2 16,0 1 7-16,0-3-16 0,2-2-8 16,-1-2-6-16,4-3-5 0,-3-7-4 0,3 0-15 15,-1-6-29-15,-1-3-21 0,0-3-37 16,0-1 12-16,-3-5-147 0,-7-3-103 0,-7-1 22 16,0 0 25-16,0 0 41 0,6-9 10 15,-15 0 19-15,-11 0 7 0,2-1 39 16,-6 0-6-16</inkml:trace>
  <inkml:trace contextRef="#ctx0" brushRef="#br0" timeOffset="31918.44">10172 10349 222 0,'0'-4'280'16,"15"-14"-54"-16,-3 4-15 0,6-2-46 16,0 0-19-16,3 0-20 0,2-3-9 0,1 1-8 15,0 1-32-15,1 1-67 0,-2-2-2 0,-1 4-293 16,1 0 6-16,-2 1 12 0,2-2 39 15,-2-1-34-15</inkml:trace>
  <inkml:trace contextRef="#ctx0" brushRef="#br0" timeOffset="32140.45">10661 9882 465 0,'0'0'324'0,"-1"3"-50"0,1 0-23 16,1 11-17-16,-1-5-9 0,7 22-7 15,-1-10-30-15,2 4-10 0,1 3-9 0,0 3-9 16,4 5-23-16,-3 1-22 0,3 0-1 16,-1-4-17-16,0-1 3 0,-1-2-47 0,2-4-42 15,-1-4-43-15,-2-4-41 0,0-3-83 16,-1-3 15-16,2-7-242 0,-11-5 44 16,5 0 18-16,7-16 20 0,-7 1 28 0,-2-3 21 15,-1-1 27-15,-2 5 7 0,0-3-5 0</inkml:trace>
  <inkml:trace contextRef="#ctx0" brushRef="#br0" timeOffset="32464.72">10812 9858 262 0,'0'-5'404'0,"0"-4"-82"0,0-2-42 16,15-11-26-16,-6 9-23 0,2-2-20 0,2 1-14 16,1 3 0-16,1-2-17 0,4-2-18 15,1 0 20-15,0 0-28 0,0 3-21 0,-3 0-10 16,0 4-17-16,0-2-8 0,-3 1-2 0,-1 3-24 15,-2 4-7-15,-2 2 18 0,-9 0-8 16,15 13 7-16,-11-2-8 0,2 4 0 0,-2 2-2 16,-1 4 7-16,0-1-13 0,0 3-5 15,1 1-4-15,-1 2-10 0,0-1 10 0,2 6-8 16,1 2-7-16,0-2-8 16,0-1-5-16,1 1 9 0,1-2-5 0,1-3-8 0,-2-1-8 15,3-2 3-15,-3-4-8 0,3-4-14 16,1 0-2-16,2-3-111 0,-2-5-45 0,-4-4-43 15,1-1 23-15,-8-2-279 0,0 0-3 16,0 0 63-16,9-11 30 0,-10 5 22 0,-3-4 26 16,-4-5 33-16,-3 1 23 0,-3 2 2 15,-1 0 34-15,-2 0 15 0,-3 2-4 0</inkml:trace>
  <inkml:trace contextRef="#ctx0" brushRef="#br0" timeOffset="32631.1">11009 10033 425 0,'0'0'345'0,"-3"-4"-51"0,3 1-25 0,3 1-20 15,9-7-24-15,2-4-7 0,2 1 7 16,4-2-45-16,2 0-14 0,0-2-24 0,2 1-14 16,0-2-14-16,2 0 5 0,0-1-55 0,-1-1-71 15,1 0-105-15,0 0 11 0,-3 1-298 16,-5-1 67-16,-4 1 19 0,-1 4 21 16,-4-2 22-16,-4 1 42 0,-2 0 10 0,-3 5 16 15,0 4 6-15,0 1 15 0</inkml:trace>
  <inkml:trace contextRef="#ctx0" brushRef="#br0" timeOffset="32807.06">11722 9738 724 0,'2'14'579'0,"-2"1"-208"0,0-2-50 16,0-8-39-16,0 3-595 0,0-2 19 15,0-1 19-15,-10-1 48 0,-7-11 15 0,0-3 20 16,-1-1 9-16,-1-2 8 0,1 0 38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616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17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490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31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932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703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980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22-01-2026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js.org/docs/react-component.html#getsnapshotbeforeupdate" TargetMode="External"/><Relationship Id="rId13" Type="http://schemas.openxmlformats.org/officeDocument/2006/relationships/image" Target="../media/image17.png"/><Relationship Id="rId3" Type="http://schemas.openxmlformats.org/officeDocument/2006/relationships/hyperlink" Target="https://reactjs.org/docs/react-component.html#constructor" TargetMode="External"/><Relationship Id="rId7" Type="http://schemas.openxmlformats.org/officeDocument/2006/relationships/hyperlink" Target="https://reactjs.org/docs/react-component.html#shouldcomponentupdat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reactjs.org/docs/react-component.html#componentdidmount" TargetMode="External"/><Relationship Id="rId5" Type="http://schemas.openxmlformats.org/officeDocument/2006/relationships/hyperlink" Target="https://reactjs.org/docs/react-component.html#render" TargetMode="External"/><Relationship Id="rId15" Type="http://schemas.openxmlformats.org/officeDocument/2006/relationships/image" Target="../media/image15.png"/><Relationship Id="rId10" Type="http://schemas.openxmlformats.org/officeDocument/2006/relationships/customXml" Target="../ink/ink5.xml"/><Relationship Id="rId4" Type="http://schemas.openxmlformats.org/officeDocument/2006/relationships/hyperlink" Target="https://reactjs.org/docs/react-component.html#static-getderivedstatefromprops" TargetMode="External"/><Relationship Id="rId9" Type="http://schemas.openxmlformats.org/officeDocument/2006/relationships/hyperlink" Target="https://reactjs.org/docs/react-component.html#componentdidupdate" TargetMode="External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Lifecycle component Methods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LIFECYCLE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pic>
        <p:nvPicPr>
          <p:cNvPr id="8" name="Google Shape;176;p24">
            <a:extLst>
              <a:ext uri="{FF2B5EF4-FFF2-40B4-BE49-F238E27FC236}">
                <a16:creationId xmlns:a16="http://schemas.microsoft.com/office/drawing/2014/main" id="{0925F778-305B-4798-80ED-4C7A41DD5E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4" y="1100637"/>
            <a:ext cx="8272212" cy="36254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76FAB8-F1AC-2274-AEA9-FF0DE401236D}"/>
                  </a:ext>
                </a:extLst>
              </p14:cNvPr>
              <p14:cNvContentPartPr/>
              <p14:nvPr/>
            </p14:nvContentPartPr>
            <p14:xfrm>
              <a:off x="114840" y="857880"/>
              <a:ext cx="8208000" cy="345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76FAB8-F1AC-2274-AEA9-FF0DE40123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480" y="848520"/>
                <a:ext cx="8226720" cy="34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C3BF03-B71A-DC3C-D24A-DD546998BB4A}"/>
                  </a:ext>
                </a:extLst>
              </p14:cNvPr>
              <p14:cNvContentPartPr/>
              <p14:nvPr/>
            </p14:nvContentPartPr>
            <p14:xfrm>
              <a:off x="1939320" y="1235160"/>
              <a:ext cx="6989760" cy="2455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C3BF03-B71A-DC3C-D24A-DD546998BB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9960" y="1225800"/>
                <a:ext cx="7008480" cy="24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BC7A4D-ABCE-A342-D9D1-A933E5236C00}"/>
                  </a:ext>
                </a:extLst>
              </p14:cNvPr>
              <p14:cNvContentPartPr/>
              <p14:nvPr/>
            </p14:nvContentPartPr>
            <p14:xfrm>
              <a:off x="5689800" y="2993040"/>
              <a:ext cx="437040" cy="270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BC7A4D-ABCE-A342-D9D1-A933E5236C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80440" y="2983680"/>
                <a:ext cx="4557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1D2901-9095-E76B-E247-5A3230AF6E70}"/>
                  </a:ext>
                </a:extLst>
              </p14:cNvPr>
              <p14:cNvContentPartPr/>
              <p14:nvPr/>
            </p14:nvContentPartPr>
            <p14:xfrm>
              <a:off x="414720" y="1705320"/>
              <a:ext cx="5480280" cy="327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1D2901-9095-E76B-E247-5A3230AF6E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5360" y="1695960"/>
                <a:ext cx="5499000" cy="329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9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0A397-207A-14A7-E085-ED8F38032F22}"/>
              </a:ext>
            </a:extLst>
          </p:cNvPr>
          <p:cNvSpPr txBox="1"/>
          <p:nvPr/>
        </p:nvSpPr>
        <p:spPr>
          <a:xfrm>
            <a:off x="381000" y="629680"/>
            <a:ext cx="86447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dirty="0"/>
            </a:br>
            <a:r>
              <a:rPr lang="en-US" sz="1800" dirty="0">
                <a:solidFill>
                  <a:srgbClr val="202124"/>
                </a:solidFill>
              </a:rPr>
              <a:t>Each component in React has a lifecycle which you can monitor and manipulate during its three main phases. The three phases are: Mounting, Updating, and Unmounting.</a:t>
            </a:r>
          </a:p>
          <a:p>
            <a:endParaRPr lang="en-US" sz="1800" dirty="0"/>
          </a:p>
          <a:p>
            <a:r>
              <a:rPr lang="en-US" sz="1800" b="1" dirty="0"/>
              <a:t>Mounting</a:t>
            </a:r>
          </a:p>
          <a:p>
            <a:r>
              <a:rPr lang="en-US" sz="1800" dirty="0"/>
              <a:t>These methods are called in the following order when an instance of a component is being created and inserted into the DOM: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constructor()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static </a:t>
            </a:r>
            <a:r>
              <a:rPr lang="en-US" sz="1800" dirty="0" err="1"/>
              <a:t>getDerivedStateFromProps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render()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componentDidMount</a:t>
            </a:r>
            <a:r>
              <a:rPr lang="en-US" sz="1800" dirty="0"/>
              <a:t>()</a:t>
            </a:r>
          </a:p>
          <a:p>
            <a:endParaRPr lang="en-US" sz="1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01407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0A397-207A-14A7-E085-ED8F38032F22}"/>
              </a:ext>
            </a:extLst>
          </p:cNvPr>
          <p:cNvSpPr txBox="1"/>
          <p:nvPr/>
        </p:nvSpPr>
        <p:spPr>
          <a:xfrm>
            <a:off x="381000" y="855841"/>
            <a:ext cx="86447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Updating</a:t>
            </a:r>
          </a:p>
          <a:p>
            <a:r>
              <a:rPr lang="en-US" sz="1800" dirty="0"/>
              <a:t>An update can be caused by changes to props or state. These methods are called in the following order when a component is being re-rendered: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static </a:t>
            </a:r>
            <a:r>
              <a:rPr lang="en-US" sz="1800" dirty="0" err="1"/>
              <a:t>getDerivedStateFromProps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shouldComponentUpdate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render()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getSnapshotBeforeUpdate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componentDidUpdate</a:t>
            </a:r>
            <a:r>
              <a:rPr lang="en-US" sz="1800" dirty="0"/>
              <a:t>()</a:t>
            </a:r>
          </a:p>
          <a:p>
            <a:endParaRPr lang="en-US" sz="1800" dirty="0"/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/>
              <a:t>Unmounting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/>
              <a:t>This method is called when a component is being removed from the DOM: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componentWillUnmount()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50173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LIFECYCLE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6368FD-D35E-4D6A-A511-918365DA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602" y="1789072"/>
            <a:ext cx="45300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constructor()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static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getDerivedStateFromProps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(</a:t>
            </a:r>
            <a:r>
              <a:rPr lang="en-US" alt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rops, </a:t>
            </a:r>
            <a:r>
              <a:rPr lang="en-US" alt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render()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componentDidMount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u="sng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1FD3DE-DEDD-4AC7-9AEB-D17532C62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361" y="1462043"/>
            <a:ext cx="313868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static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getDerivedStateFromProps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shouldComponentUpdate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render()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getSnapshotBeforeUpdate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(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,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 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prevState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componentDidUpdate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(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,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  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prevState,snapshot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DE7C403-7CEB-40E1-93EB-B045FB6C5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1624"/>
            <a:ext cx="0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sz="1350" dirty="0">
                <a:solidFill>
                  <a:schemeClr val="tx1"/>
                </a:solidFill>
              </a:rPr>
            </a:b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81EAB3-D719-4BD5-8024-127CB140E88F}"/>
              </a:ext>
            </a:extLst>
          </p:cNvPr>
          <p:cNvSpPr/>
          <p:nvPr/>
        </p:nvSpPr>
        <p:spPr>
          <a:xfrm>
            <a:off x="1668036" y="1103046"/>
            <a:ext cx="1316557" cy="6214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MOUNT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A9AC0A-3CAA-40F8-8918-892AFB7848D7}"/>
              </a:ext>
            </a:extLst>
          </p:cNvPr>
          <p:cNvSpPr/>
          <p:nvPr/>
        </p:nvSpPr>
        <p:spPr>
          <a:xfrm>
            <a:off x="6205129" y="1031467"/>
            <a:ext cx="1316557" cy="6214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UPDATE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A30685-ECCA-3BFB-92A9-AAC3423B8123}"/>
                  </a:ext>
                </a:extLst>
              </p14:cNvPr>
              <p14:cNvContentPartPr/>
              <p14:nvPr/>
            </p14:nvContentPartPr>
            <p14:xfrm>
              <a:off x="-404100" y="10284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A30685-ECCA-3BFB-92A9-AAC3423B81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412740" y="10198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38DEC1-4CD7-61F3-19AC-522AF11FFE3C}"/>
                  </a:ext>
                </a:extLst>
              </p14:cNvPr>
              <p14:cNvContentPartPr/>
              <p14:nvPr/>
            </p14:nvContentPartPr>
            <p14:xfrm>
              <a:off x="1440" y="1378800"/>
              <a:ext cx="5501520" cy="2714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38DEC1-4CD7-61F3-19AC-522AF11FFE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7920" y="1369440"/>
                <a:ext cx="5520240" cy="27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060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chemeClr val="tx1"/>
                </a:solidFill>
              </a:rPr>
              <a:t>Uses of Lifecycle component</a:t>
            </a:r>
            <a:endParaRPr lang="en-IN" sz="21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7" y="900726"/>
            <a:ext cx="8418786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componentWillMount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called once on the server side, if server side rendering is present, and once the client side.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use it to do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calls which do not have direct effect on the components, for example getting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oAuth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tokens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componentDidMount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function is mostly used for calling API's.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 state initializations which are based on the props passed by parents.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shouldComponentUpdate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nextProps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nextState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method is invoked before the render happens when new props or states are received. Here we can return false if the re-render is not required.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see this as a performance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tool. In case of frequent re-rendering of parent component this method should be used to avoid unnecessary update to current component</a:t>
            </a: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0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Uses of Lifecycle component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932047"/>
            <a:ext cx="8079827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componentWillUpdate</a:t>
            </a:r>
            <a:r>
              <a:rPr lang="en-US" altLang="en-US" sz="1500" dirty="0">
                <a:solidFill>
                  <a:srgbClr val="232629"/>
                </a:solidFill>
              </a:rPr>
              <a:t>(</a:t>
            </a:r>
            <a:r>
              <a:rPr lang="en-US" altLang="en-US" sz="1500" dirty="0" err="1">
                <a:solidFill>
                  <a:srgbClr val="232629"/>
                </a:solidFill>
              </a:rPr>
              <a:t>nextProps,nextState</a:t>
            </a:r>
            <a:r>
              <a:rPr lang="en-US" altLang="en-US" sz="1500" dirty="0">
                <a:solidFill>
                  <a:srgbClr val="232629"/>
                </a:solidFill>
              </a:rPr>
              <a:t>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this function is called every time a component is updated, it is not called when component mounts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Carry out any data processing here. For example, when a </a:t>
            </a:r>
            <a:r>
              <a:rPr lang="en-US" altLang="en-US" sz="1500" dirty="0" err="1">
                <a:solidFill>
                  <a:srgbClr val="232629"/>
                </a:solidFill>
              </a:rPr>
              <a:t>api</a:t>
            </a:r>
            <a:r>
              <a:rPr lang="en-US" altLang="en-US" sz="1500" dirty="0">
                <a:solidFill>
                  <a:srgbClr val="232629"/>
                </a:solidFill>
              </a:rPr>
              <a:t> fetch returns data, modelling the raw data into props to be passed to children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232629"/>
                </a:solidFill>
              </a:rPr>
              <a:t>this.setState</a:t>
            </a:r>
            <a:r>
              <a:rPr lang="en-US" altLang="en-US" sz="1500" dirty="0">
                <a:solidFill>
                  <a:srgbClr val="232629"/>
                </a:solidFill>
              </a:rPr>
              <a:t>() is not allowed in this function , it is to be done in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componentWillReceiveProps</a:t>
            </a:r>
            <a:r>
              <a:rPr lang="en-US" altLang="en-US" sz="1500" dirty="0">
                <a:solidFill>
                  <a:srgbClr val="232629"/>
                </a:solidFill>
              </a:rPr>
              <a:t> or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componentDidUpdate</a:t>
            </a:r>
            <a:endParaRPr lang="en-US" altLang="en-US" sz="1500" dirty="0">
              <a:solidFill>
                <a:srgbClr val="232629"/>
              </a:solidFill>
            </a:endParaRPr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componentDidUpdate</a:t>
            </a:r>
            <a:r>
              <a:rPr lang="en-US" altLang="en-US" sz="1500" dirty="0">
                <a:solidFill>
                  <a:srgbClr val="232629"/>
                </a:solidFill>
              </a:rPr>
              <a:t>(</a:t>
            </a:r>
            <a:r>
              <a:rPr lang="en-US" altLang="en-US" sz="1500" dirty="0" err="1">
                <a:solidFill>
                  <a:srgbClr val="232629"/>
                </a:solidFill>
              </a:rPr>
              <a:t>prevProps,prevState</a:t>
            </a:r>
            <a:r>
              <a:rPr lang="en-US" altLang="en-US" sz="1500" dirty="0">
                <a:solidFill>
                  <a:srgbClr val="232629"/>
                </a:solidFill>
              </a:rPr>
              <a:t>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Invoked right after the changes are pushed to the DOM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We can use it whenever the required data is not at the first render (waiting for </a:t>
            </a:r>
            <a:r>
              <a:rPr lang="en-US" altLang="en-US" sz="1500" dirty="0" err="1">
                <a:solidFill>
                  <a:srgbClr val="232629"/>
                </a:solidFill>
              </a:rPr>
              <a:t>api</a:t>
            </a:r>
            <a:r>
              <a:rPr lang="en-US" altLang="en-US" sz="1500" dirty="0">
                <a:solidFill>
                  <a:srgbClr val="232629"/>
                </a:solidFill>
              </a:rPr>
              <a:t> call to come through) and DOM requires to be changed based on the data received</a:t>
            </a:r>
          </a:p>
          <a:p>
            <a:pPr lvl="1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dirty="0">
                <a:solidFill>
                  <a:srgbClr val="232629"/>
                </a:solidFill>
              </a:rPr>
              <a:t>        Example, based on the age received show the user if he is eligible for application for an event</a:t>
            </a:r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componentWillUnmount</a:t>
            </a:r>
            <a:r>
              <a:rPr lang="en-US" altLang="en-US" sz="1500" dirty="0">
                <a:solidFill>
                  <a:srgbClr val="232629"/>
                </a:solidFill>
              </a:rPr>
              <a:t>()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As the official docs mentions, any event listeners or timers used in the component to be cleaned here.</a:t>
            </a:r>
          </a:p>
        </p:txBody>
      </p:sp>
    </p:spTree>
    <p:extLst>
      <p:ext uri="{BB962C8B-B14F-4D97-AF65-F5344CB8AC3E}">
        <p14:creationId xmlns:p14="http://schemas.microsoft.com/office/powerpoint/2010/main" val="349996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chemeClr val="tx1"/>
                </a:solidFill>
              </a:rPr>
              <a:t>Uses of Lifecycle component</a:t>
            </a:r>
            <a:endParaRPr lang="en-IN" sz="21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07" y="761457"/>
            <a:ext cx="841878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/>
              <a:t>static 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 is a new React lifecycle method as of React 17 designed to replace </a:t>
            </a:r>
            <a:r>
              <a:rPr lang="en-US" altLang="en-US" sz="1800" dirty="0" err="1"/>
              <a:t>componentWillReceiveProps</a:t>
            </a:r>
            <a:r>
              <a:rPr lang="en-US" altLang="en-US" sz="1800" dirty="0"/>
              <a:t>. </a:t>
            </a:r>
          </a:p>
          <a:p>
            <a:pPr lvl="1"/>
            <a:r>
              <a:rPr lang="en-US" sz="1800" dirty="0"/>
              <a:t>Its main function is to ensure that the state and props are in sync for when it’s required.</a:t>
            </a:r>
          </a:p>
          <a:p>
            <a:pPr lvl="1"/>
            <a:br>
              <a:rPr lang="en-US" sz="1800" dirty="0"/>
            </a:br>
            <a:r>
              <a:rPr lang="en-US" altLang="en-US" sz="1800" dirty="0"/>
              <a:t>static 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(props, state) { </a:t>
            </a:r>
          </a:p>
          <a:p>
            <a:pPr lvl="1"/>
            <a:r>
              <a:rPr lang="en-US" altLang="en-US" sz="1800" dirty="0"/>
              <a:t>return { name: ‘</a:t>
            </a:r>
            <a:r>
              <a:rPr lang="en-US" altLang="en-US" sz="1800" dirty="0" err="1"/>
              <a:t>alina</a:t>
            </a:r>
            <a:r>
              <a:rPr lang="en-US" altLang="en-US" sz="1800" dirty="0"/>
              <a:t>’}</a:t>
            </a:r>
          </a:p>
          <a:p>
            <a:pPr lvl="1"/>
            <a:r>
              <a:rPr lang="en-US" altLang="en-US" sz="1800" dirty="0"/>
              <a:t> } </a:t>
            </a:r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static 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(props, state) { </a:t>
            </a:r>
          </a:p>
          <a:p>
            <a:pPr lvl="1"/>
            <a:r>
              <a:rPr lang="en-US" altLang="en-US" sz="1800" dirty="0"/>
              <a:t>return null;</a:t>
            </a:r>
          </a:p>
          <a:p>
            <a:pPr lvl="1"/>
            <a:r>
              <a:rPr lang="en-US" altLang="en-US" sz="1800" dirty="0"/>
              <a:t> } 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3701A7-E932-0BB7-DB1A-0644FB5DF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2951"/>
            <a:ext cx="138564" cy="276999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endParaRPr lang="en-US" altLang="en-US" sz="135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2BCB9CE-93BE-0D7E-7F70-4E0E85A90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0263"/>
            <a:ext cx="138564" cy="24237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6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HOOKS - </a:t>
            </a:r>
            <a:r>
              <a:rPr lang="en-IN" sz="2100" b="1" dirty="0" err="1"/>
              <a:t>useEffect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013D909-DC30-44B8-B283-DE04DB5D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25" y="860017"/>
            <a:ext cx="7472054" cy="32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7175" indent="-257175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We don’t have lifecycle component in Function component.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replacement of Lifecyle method for Function component.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means manage the side effects. Side effect is whenever you do something with state of a component.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the replacement of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ComponentDidMount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ComponentDidUpdate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ComponentWillUnmount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Command to install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axios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npm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install --save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axios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defTabSz="685800">
              <a:lnSpc>
                <a:spcPct val="150000"/>
              </a:lnSpc>
              <a:buClrTx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641</Words>
  <Application>Microsoft Office PowerPoint</Application>
  <PresentationFormat>On-screen Show (16:9)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Montserrat</vt:lpstr>
      <vt:lpstr>AngsanaUPC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HTML</vt:lpstr>
      <vt:lpstr>HTML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102</cp:revision>
  <dcterms:modified xsi:type="dcterms:W3CDTF">2026-01-22T16:20:53Z</dcterms:modified>
</cp:coreProperties>
</file>